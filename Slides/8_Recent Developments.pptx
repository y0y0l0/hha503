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56" r:id="rId2"/>
    <p:sldId id="274" r:id="rId3"/>
    <p:sldId id="275" r:id="rId4"/>
    <p:sldId id="277" r:id="rId5"/>
    <p:sldId id="259" r:id="rId6"/>
    <p:sldId id="266" r:id="rId7"/>
    <p:sldId id="268" r:id="rId8"/>
    <p:sldId id="269" r:id="rId9"/>
    <p:sldId id="270" r:id="rId10"/>
    <p:sldId id="271" r:id="rId11"/>
    <p:sldId id="272" r:id="rId12"/>
    <p:sldId id="273" r:id="rId13"/>
    <p:sldId id="284" r:id="rId14"/>
    <p:sldId id="286" r:id="rId15"/>
    <p:sldId id="285" r:id="rId16"/>
    <p:sldId id="278" r:id="rId17"/>
    <p:sldId id="279" r:id="rId18"/>
    <p:sldId id="280" r:id="rId19"/>
    <p:sldId id="281" r:id="rId20"/>
    <p:sldId id="282" r:id="rId21"/>
    <p:sldId id="283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5A0254-4960-96D8-A752-C7963FACE1E2}" v="132" dt="2025-08-06T21:53:02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752" autoAdjust="0"/>
  </p:normalViewPr>
  <p:slideViewPr>
    <p:cSldViewPr>
      <p:cViewPr varScale="1">
        <p:scale>
          <a:sx n="55" d="100"/>
          <a:sy n="55" d="100"/>
        </p:scale>
        <p:origin x="183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ake Benz" userId="8a97c15f36056bdc" providerId="Windows Live" clId="Web-{FC9D7130-D278-4B78-A9E9-6B19CF790EEF}"/>
    <pc:docChg chg="delSld modSld">
      <pc:chgData name="Blake Benz" userId="8a97c15f36056bdc" providerId="Windows Live" clId="Web-{FC9D7130-D278-4B78-A9E9-6B19CF790EEF}" dt="2024-08-07T14:50:38.369" v="319" actId="20577"/>
      <pc:docMkLst>
        <pc:docMk/>
      </pc:docMkLst>
      <pc:sldChg chg="modSp">
        <pc:chgData name="Blake Benz" userId="8a97c15f36056bdc" providerId="Windows Live" clId="Web-{FC9D7130-D278-4B78-A9E9-6B19CF790EEF}" dt="2024-08-06T14:13:56.449" v="64" actId="20577"/>
        <pc:sldMkLst>
          <pc:docMk/>
          <pc:sldMk cId="2326333070" sldId="259"/>
        </pc:sldMkLst>
      </pc:sldChg>
      <pc:sldChg chg="modSp">
        <pc:chgData name="Blake Benz" userId="8a97c15f36056bdc" providerId="Windows Live" clId="Web-{FC9D7130-D278-4B78-A9E9-6B19CF790EEF}" dt="2024-08-06T14:15:09.341" v="77" actId="14100"/>
        <pc:sldMkLst>
          <pc:docMk/>
          <pc:sldMk cId="2239564939" sldId="266"/>
        </pc:sldMkLst>
      </pc:sldChg>
      <pc:sldChg chg="modSp del">
        <pc:chgData name="Blake Benz" userId="8a97c15f36056bdc" providerId="Windows Live" clId="Web-{FC9D7130-D278-4B78-A9E9-6B19CF790EEF}" dt="2024-08-06T14:16:37.905" v="91"/>
        <pc:sldMkLst>
          <pc:docMk/>
          <pc:sldMk cId="3639560809" sldId="267"/>
        </pc:sldMkLst>
      </pc:sldChg>
      <pc:sldChg chg="modSp">
        <pc:chgData name="Blake Benz" userId="8a97c15f36056bdc" providerId="Windows Live" clId="Web-{FC9D7130-D278-4B78-A9E9-6B19CF790EEF}" dt="2024-08-06T14:17:34.702" v="100" actId="20577"/>
        <pc:sldMkLst>
          <pc:docMk/>
          <pc:sldMk cId="2672307118" sldId="268"/>
        </pc:sldMkLst>
      </pc:sldChg>
      <pc:sldChg chg="modSp">
        <pc:chgData name="Blake Benz" userId="8a97c15f36056bdc" providerId="Windows Live" clId="Web-{FC9D7130-D278-4B78-A9E9-6B19CF790EEF}" dt="2024-08-06T14:18:09.515" v="107" actId="1076"/>
        <pc:sldMkLst>
          <pc:docMk/>
          <pc:sldMk cId="2095255013" sldId="269"/>
        </pc:sldMkLst>
      </pc:sldChg>
      <pc:sldChg chg="modSp">
        <pc:chgData name="Blake Benz" userId="8a97c15f36056bdc" providerId="Windows Live" clId="Web-{FC9D7130-D278-4B78-A9E9-6B19CF790EEF}" dt="2024-08-06T14:16:05.764" v="87" actId="14100"/>
        <pc:sldMkLst>
          <pc:docMk/>
          <pc:sldMk cId="2184999129" sldId="271"/>
        </pc:sldMkLst>
      </pc:sldChg>
      <pc:sldChg chg="modSp">
        <pc:chgData name="Blake Benz" userId="8a97c15f36056bdc" providerId="Windows Live" clId="Web-{FC9D7130-D278-4B78-A9E9-6B19CF790EEF}" dt="2024-08-07T14:47:23.532" v="264" actId="20577"/>
        <pc:sldMkLst>
          <pc:docMk/>
          <pc:sldMk cId="661592297" sldId="272"/>
        </pc:sldMkLst>
      </pc:sldChg>
      <pc:sldChg chg="modSp">
        <pc:chgData name="Blake Benz" userId="8a97c15f36056bdc" providerId="Windows Live" clId="Web-{FC9D7130-D278-4B78-A9E9-6B19CF790EEF}" dt="2024-08-07T14:50:38.369" v="319" actId="20577"/>
        <pc:sldMkLst>
          <pc:docMk/>
          <pc:sldMk cId="3579854332" sldId="273"/>
        </pc:sldMkLst>
      </pc:sldChg>
    </pc:docChg>
  </pc:docChgLst>
  <pc:docChgLst>
    <pc:chgData name="Blake Benz" userId="8a97c15f36056bdc" providerId="Windows Live" clId="Web-{E421FCCF-B318-9FE6-2766-C60BC195E516}"/>
    <pc:docChg chg="addSld delSld modSld sldOrd">
      <pc:chgData name="Blake Benz" userId="8a97c15f36056bdc" providerId="Windows Live" clId="Web-{E421FCCF-B318-9FE6-2766-C60BC195E516}" dt="2025-07-28T19:51:58.162" v="610"/>
      <pc:docMkLst>
        <pc:docMk/>
      </pc:docMkLst>
      <pc:sldChg chg="modSp">
        <pc:chgData name="Blake Benz" userId="8a97c15f36056bdc" providerId="Windows Live" clId="Web-{E421FCCF-B318-9FE6-2766-C60BC195E516}" dt="2025-07-28T15:59:36.358" v="251" actId="20577"/>
        <pc:sldMkLst>
          <pc:docMk/>
          <pc:sldMk cId="2326333070" sldId="259"/>
        </pc:sldMkLst>
        <pc:spChg chg="mod">
          <ac:chgData name="Blake Benz" userId="8a97c15f36056bdc" providerId="Windows Live" clId="Web-{E421FCCF-B318-9FE6-2766-C60BC195E516}" dt="2025-07-28T15:59:36.358" v="251" actId="20577"/>
          <ac:spMkLst>
            <pc:docMk/>
            <pc:sldMk cId="2326333070" sldId="259"/>
            <ac:spMk id="3" creationId="{00000000-0000-0000-0000-000000000000}"/>
          </ac:spMkLst>
        </pc:spChg>
      </pc:sldChg>
      <pc:sldChg chg="modSp">
        <pc:chgData name="Blake Benz" userId="8a97c15f36056bdc" providerId="Windows Live" clId="Web-{E421FCCF-B318-9FE6-2766-C60BC195E516}" dt="2025-07-28T15:55:16.239" v="172" actId="20577"/>
        <pc:sldMkLst>
          <pc:docMk/>
          <pc:sldMk cId="3579854332" sldId="273"/>
        </pc:sldMkLst>
        <pc:spChg chg="mod">
          <ac:chgData name="Blake Benz" userId="8a97c15f36056bdc" providerId="Windows Live" clId="Web-{E421FCCF-B318-9FE6-2766-C60BC195E516}" dt="2025-07-28T15:55:16.239" v="172" actId="20577"/>
          <ac:spMkLst>
            <pc:docMk/>
            <pc:sldMk cId="3579854332" sldId="273"/>
            <ac:spMk id="3" creationId="{10A7ECC0-F4B8-40DA-BDF6-E32591317B74}"/>
          </ac:spMkLst>
        </pc:spChg>
      </pc:sldChg>
      <pc:sldChg chg="modSp">
        <pc:chgData name="Blake Benz" userId="8a97c15f36056bdc" providerId="Windows Live" clId="Web-{E421FCCF-B318-9FE6-2766-C60BC195E516}" dt="2025-07-28T15:47:40.191" v="13" actId="20577"/>
        <pc:sldMkLst>
          <pc:docMk/>
          <pc:sldMk cId="1905116200" sldId="275"/>
        </pc:sldMkLst>
        <pc:spChg chg="mod">
          <ac:chgData name="Blake Benz" userId="8a97c15f36056bdc" providerId="Windows Live" clId="Web-{E421FCCF-B318-9FE6-2766-C60BC195E516}" dt="2025-07-28T15:47:40.191" v="13" actId="20577"/>
          <ac:spMkLst>
            <pc:docMk/>
            <pc:sldMk cId="1905116200" sldId="275"/>
            <ac:spMk id="3" creationId="{E89A1321-9CC4-21C9-C740-57848C809D7C}"/>
          </ac:spMkLst>
        </pc:spChg>
      </pc:sldChg>
      <pc:sldChg chg="modSp del">
        <pc:chgData name="Blake Benz" userId="8a97c15f36056bdc" providerId="Windows Live" clId="Web-{E421FCCF-B318-9FE6-2766-C60BC195E516}" dt="2025-07-28T15:59:17.436" v="250"/>
        <pc:sldMkLst>
          <pc:docMk/>
          <pc:sldMk cId="1975302932" sldId="276"/>
        </pc:sldMkLst>
      </pc:sldChg>
      <pc:sldChg chg="modSp">
        <pc:chgData name="Blake Benz" userId="8a97c15f36056bdc" providerId="Windows Live" clId="Web-{E421FCCF-B318-9FE6-2766-C60BC195E516}" dt="2025-07-28T15:58:43.825" v="249" actId="20577"/>
        <pc:sldMkLst>
          <pc:docMk/>
          <pc:sldMk cId="96582979" sldId="277"/>
        </pc:sldMkLst>
        <pc:spChg chg="mod">
          <ac:chgData name="Blake Benz" userId="8a97c15f36056bdc" providerId="Windows Live" clId="Web-{E421FCCF-B318-9FE6-2766-C60BC195E516}" dt="2025-07-28T15:58:43.825" v="249" actId="20577"/>
          <ac:spMkLst>
            <pc:docMk/>
            <pc:sldMk cId="96582979" sldId="277"/>
            <ac:spMk id="3" creationId="{948FB823-A26E-B23B-6BF4-FAE702EEF12E}"/>
          </ac:spMkLst>
        </pc:spChg>
      </pc:sldChg>
      <pc:sldChg chg="addSp delSp modSp add replId">
        <pc:chgData name="Blake Benz" userId="8a97c15f36056bdc" providerId="Windows Live" clId="Web-{E421FCCF-B318-9FE6-2766-C60BC195E516}" dt="2025-07-28T16:17:24.396" v="294" actId="20577"/>
        <pc:sldMkLst>
          <pc:docMk/>
          <pc:sldMk cId="1717263554" sldId="278"/>
        </pc:sldMkLst>
        <pc:spChg chg="mod">
          <ac:chgData name="Blake Benz" userId="8a97c15f36056bdc" providerId="Windows Live" clId="Web-{E421FCCF-B318-9FE6-2766-C60BC195E516}" dt="2025-07-28T16:15:24.318" v="256" actId="20577"/>
          <ac:spMkLst>
            <pc:docMk/>
            <pc:sldMk cId="1717263554" sldId="278"/>
            <ac:spMk id="2" creationId="{A304130A-0D03-8A25-E293-F4CE52A0CFCA}"/>
          </ac:spMkLst>
        </pc:spChg>
        <pc:spChg chg="add mod">
          <ac:chgData name="Blake Benz" userId="8a97c15f36056bdc" providerId="Windows Live" clId="Web-{E421FCCF-B318-9FE6-2766-C60BC195E516}" dt="2025-07-28T16:17:24.396" v="294" actId="20577"/>
          <ac:spMkLst>
            <pc:docMk/>
            <pc:sldMk cId="1717263554" sldId="278"/>
            <ac:spMk id="5" creationId="{AE431B07-CB9F-E6DD-0C3D-1CD83FEE42EF}"/>
          </ac:spMkLst>
        </pc:spChg>
        <pc:picChg chg="add mod">
          <ac:chgData name="Blake Benz" userId="8a97c15f36056bdc" providerId="Windows Live" clId="Web-{E421FCCF-B318-9FE6-2766-C60BC195E516}" dt="2025-07-28T16:16:22.068" v="265" actId="1076"/>
          <ac:picMkLst>
            <pc:docMk/>
            <pc:sldMk cId="1717263554" sldId="278"/>
            <ac:picMk id="4" creationId="{B247BF22-5653-C4F4-B377-A137E87EB6CD}"/>
          </ac:picMkLst>
        </pc:picChg>
      </pc:sldChg>
      <pc:sldChg chg="addSp delSp modSp add replId">
        <pc:chgData name="Blake Benz" userId="8a97c15f36056bdc" providerId="Windows Live" clId="Web-{E421FCCF-B318-9FE6-2766-C60BC195E516}" dt="2025-07-28T16:18:25.833" v="299" actId="14100"/>
        <pc:sldMkLst>
          <pc:docMk/>
          <pc:sldMk cId="4233248638" sldId="279"/>
        </pc:sldMkLst>
        <pc:picChg chg="add mod">
          <ac:chgData name="Blake Benz" userId="8a97c15f36056bdc" providerId="Windows Live" clId="Web-{E421FCCF-B318-9FE6-2766-C60BC195E516}" dt="2025-07-28T16:18:25.833" v="299" actId="14100"/>
          <ac:picMkLst>
            <pc:docMk/>
            <pc:sldMk cId="4233248638" sldId="279"/>
            <ac:picMk id="3" creationId="{836AB7C9-B77E-EAD2-62F6-418687EFF8BD}"/>
          </ac:picMkLst>
        </pc:picChg>
      </pc:sldChg>
      <pc:sldChg chg="addSp delSp modSp add replId">
        <pc:chgData name="Blake Benz" userId="8a97c15f36056bdc" providerId="Windows Live" clId="Web-{E421FCCF-B318-9FE6-2766-C60BC195E516}" dt="2025-07-28T16:19:55.599" v="311" actId="14100"/>
        <pc:sldMkLst>
          <pc:docMk/>
          <pc:sldMk cId="3634320932" sldId="280"/>
        </pc:sldMkLst>
        <pc:picChg chg="add mod">
          <ac:chgData name="Blake Benz" userId="8a97c15f36056bdc" providerId="Windows Live" clId="Web-{E421FCCF-B318-9FE6-2766-C60BC195E516}" dt="2025-07-28T16:19:55.599" v="311" actId="14100"/>
          <ac:picMkLst>
            <pc:docMk/>
            <pc:sldMk cId="3634320932" sldId="280"/>
            <ac:picMk id="6" creationId="{1BB91E00-B539-6FB3-9880-DD4ADCAD9F21}"/>
          </ac:picMkLst>
        </pc:picChg>
      </pc:sldChg>
      <pc:sldChg chg="addSp delSp modSp add replId">
        <pc:chgData name="Blake Benz" userId="8a97c15f36056bdc" providerId="Windows Live" clId="Web-{E421FCCF-B318-9FE6-2766-C60BC195E516}" dt="2025-07-28T16:20:46.740" v="314"/>
        <pc:sldMkLst>
          <pc:docMk/>
          <pc:sldMk cId="1650268114" sldId="281"/>
        </pc:sldMkLst>
        <pc:picChg chg="add mod">
          <ac:chgData name="Blake Benz" userId="8a97c15f36056bdc" providerId="Windows Live" clId="Web-{E421FCCF-B318-9FE6-2766-C60BC195E516}" dt="2025-07-28T16:20:46.740" v="314"/>
          <ac:picMkLst>
            <pc:docMk/>
            <pc:sldMk cId="1650268114" sldId="281"/>
            <ac:picMk id="3" creationId="{A6396F87-3782-5D36-41DE-7680299BC858}"/>
          </ac:picMkLst>
        </pc:picChg>
      </pc:sldChg>
      <pc:sldChg chg="addSp delSp modSp add replId">
        <pc:chgData name="Blake Benz" userId="8a97c15f36056bdc" providerId="Windows Live" clId="Web-{E421FCCF-B318-9FE6-2766-C60BC195E516}" dt="2025-07-28T16:22:00.333" v="320" actId="14100"/>
        <pc:sldMkLst>
          <pc:docMk/>
          <pc:sldMk cId="1350001596" sldId="282"/>
        </pc:sldMkLst>
        <pc:picChg chg="add mod">
          <ac:chgData name="Blake Benz" userId="8a97c15f36056bdc" providerId="Windows Live" clId="Web-{E421FCCF-B318-9FE6-2766-C60BC195E516}" dt="2025-07-28T16:22:00.333" v="320" actId="14100"/>
          <ac:picMkLst>
            <pc:docMk/>
            <pc:sldMk cId="1350001596" sldId="282"/>
            <ac:picMk id="4" creationId="{C386B46A-E3D7-6946-EDA6-87905782FEE1}"/>
          </ac:picMkLst>
        </pc:picChg>
      </pc:sldChg>
      <pc:sldChg chg="addSp delSp modSp add replId">
        <pc:chgData name="Blake Benz" userId="8a97c15f36056bdc" providerId="Windows Live" clId="Web-{E421FCCF-B318-9FE6-2766-C60BC195E516}" dt="2025-07-28T16:22:58.161" v="326" actId="14100"/>
        <pc:sldMkLst>
          <pc:docMk/>
          <pc:sldMk cId="1476069250" sldId="283"/>
        </pc:sldMkLst>
        <pc:picChg chg="add mod">
          <ac:chgData name="Blake Benz" userId="8a97c15f36056bdc" providerId="Windows Live" clId="Web-{E421FCCF-B318-9FE6-2766-C60BC195E516}" dt="2025-07-28T16:22:58.161" v="326" actId="14100"/>
          <ac:picMkLst>
            <pc:docMk/>
            <pc:sldMk cId="1476069250" sldId="283"/>
            <ac:picMk id="3" creationId="{51218C11-20C7-F9A4-326F-EC75E5EDAE89}"/>
          </ac:picMkLst>
        </pc:picChg>
      </pc:sldChg>
      <pc:sldChg chg="addSp delSp modSp add ord replId">
        <pc:chgData name="Blake Benz" userId="8a97c15f36056bdc" providerId="Windows Live" clId="Web-{E421FCCF-B318-9FE6-2766-C60BC195E516}" dt="2025-07-28T19:46:39.007" v="554"/>
        <pc:sldMkLst>
          <pc:docMk/>
          <pc:sldMk cId="1654604825" sldId="284"/>
        </pc:sldMkLst>
        <pc:spChg chg="mod">
          <ac:chgData name="Blake Benz" userId="8a97c15f36056bdc" providerId="Windows Live" clId="Web-{E421FCCF-B318-9FE6-2766-C60BC195E516}" dt="2025-07-28T19:46:38.882" v="553" actId="20577"/>
          <ac:spMkLst>
            <pc:docMk/>
            <pc:sldMk cId="1654604825" sldId="284"/>
            <ac:spMk id="2" creationId="{60AB664C-51C5-8730-3759-BFC8094D6D40}"/>
          </ac:spMkLst>
        </pc:spChg>
        <pc:spChg chg="add mod">
          <ac:chgData name="Blake Benz" userId="8a97c15f36056bdc" providerId="Windows Live" clId="Web-{E421FCCF-B318-9FE6-2766-C60BC195E516}" dt="2025-07-28T19:46:31.350" v="551" actId="20577"/>
          <ac:spMkLst>
            <pc:docMk/>
            <pc:sldMk cId="1654604825" sldId="284"/>
            <ac:spMk id="3" creationId="{63AC6DB3-7BEE-507E-D125-57E0AA1C6ED3}"/>
          </ac:spMkLst>
        </pc:spChg>
        <pc:spChg chg="add">
          <ac:chgData name="Blake Benz" userId="8a97c15f36056bdc" providerId="Windows Live" clId="Web-{E421FCCF-B318-9FE6-2766-C60BC195E516}" dt="2025-07-28T19:03:36.136" v="362"/>
          <ac:spMkLst>
            <pc:docMk/>
            <pc:sldMk cId="1654604825" sldId="284"/>
            <ac:spMk id="4" creationId="{E9C6C385-16EC-34C7-B3CD-0D1E0E99371A}"/>
          </ac:spMkLst>
        </pc:spChg>
      </pc:sldChg>
      <pc:sldChg chg="delSp modSp add replId">
        <pc:chgData name="Blake Benz" userId="8a97c15f36056bdc" providerId="Windows Live" clId="Web-{E421FCCF-B318-9FE6-2766-C60BC195E516}" dt="2025-07-28T19:51:41.209" v="595"/>
        <pc:sldMkLst>
          <pc:docMk/>
          <pc:sldMk cId="3547477670" sldId="285"/>
        </pc:sldMkLst>
        <pc:spChg chg="mod">
          <ac:chgData name="Blake Benz" userId="8a97c15f36056bdc" providerId="Windows Live" clId="Web-{E421FCCF-B318-9FE6-2766-C60BC195E516}" dt="2025-07-28T19:49:43.850" v="591" actId="20577"/>
          <ac:spMkLst>
            <pc:docMk/>
            <pc:sldMk cId="3547477670" sldId="285"/>
            <ac:spMk id="2" creationId="{4712557C-AFE9-B39E-85F5-AB87AFBDAC32}"/>
          </ac:spMkLst>
        </pc:spChg>
      </pc:sldChg>
      <pc:sldChg chg="delSp modSp add replId">
        <pc:chgData name="Blake Benz" userId="8a97c15f36056bdc" providerId="Windows Live" clId="Web-{E421FCCF-B318-9FE6-2766-C60BC195E516}" dt="2025-07-28T19:51:58.162" v="610"/>
        <pc:sldMkLst>
          <pc:docMk/>
          <pc:sldMk cId="3303952315" sldId="286"/>
        </pc:sldMkLst>
        <pc:spChg chg="mod">
          <ac:chgData name="Blake Benz" userId="8a97c15f36056bdc" providerId="Windows Live" clId="Web-{E421FCCF-B318-9FE6-2766-C60BC195E516}" dt="2025-07-28T19:51:52.928" v="607" actId="20577"/>
          <ac:spMkLst>
            <pc:docMk/>
            <pc:sldMk cId="3303952315" sldId="286"/>
            <ac:spMk id="2" creationId="{531D3558-D625-298A-7D3B-B02CB66D1B16}"/>
          </ac:spMkLst>
        </pc:spChg>
      </pc:sldChg>
    </pc:docChg>
  </pc:docChgLst>
  <pc:docChgLst>
    <pc:chgData name="Blake Benz" userId="8a97c15f36056bdc" providerId="Windows Live" clId="Web-{3C377A6B-E70F-5687-C40E-9F9C707051CA}"/>
    <pc:docChg chg="addSld delSld modSld sldOrd">
      <pc:chgData name="Blake Benz" userId="8a97c15f36056bdc" providerId="Windows Live" clId="Web-{3C377A6B-E70F-5687-C40E-9F9C707051CA}" dt="2025-07-28T15:46:44.737" v="800" actId="14100"/>
      <pc:docMkLst>
        <pc:docMk/>
      </pc:docMkLst>
      <pc:sldChg chg="modSp">
        <pc:chgData name="Blake Benz" userId="8a97c15f36056bdc" providerId="Windows Live" clId="Web-{3C377A6B-E70F-5687-C40E-9F9C707051CA}" dt="2025-07-28T15:11:39.557" v="360" actId="1076"/>
        <pc:sldMkLst>
          <pc:docMk/>
          <pc:sldMk cId="3379240094" sldId="256"/>
        </pc:sldMkLst>
        <pc:spChg chg="mod">
          <ac:chgData name="Blake Benz" userId="8a97c15f36056bdc" providerId="Windows Live" clId="Web-{3C377A6B-E70F-5687-C40E-9F9C707051CA}" dt="2025-07-28T15:11:39.557" v="360" actId="1076"/>
          <ac:spMkLst>
            <pc:docMk/>
            <pc:sldMk cId="3379240094" sldId="256"/>
            <ac:spMk id="2" creationId="{00000000-0000-0000-0000-000000000000}"/>
          </ac:spMkLst>
        </pc:spChg>
      </pc:sldChg>
      <pc:sldChg chg="modSp">
        <pc:chgData name="Blake Benz" userId="8a97c15f36056bdc" providerId="Windows Live" clId="Web-{3C377A6B-E70F-5687-C40E-9F9C707051CA}" dt="2025-07-28T15:31:57.703" v="455" actId="20577"/>
        <pc:sldMkLst>
          <pc:docMk/>
          <pc:sldMk cId="3579854332" sldId="273"/>
        </pc:sldMkLst>
        <pc:spChg chg="mod">
          <ac:chgData name="Blake Benz" userId="8a97c15f36056bdc" providerId="Windows Live" clId="Web-{3C377A6B-E70F-5687-C40E-9F9C707051CA}" dt="2025-07-28T14:57:39.005" v="276" actId="1076"/>
          <ac:spMkLst>
            <pc:docMk/>
            <pc:sldMk cId="3579854332" sldId="273"/>
            <ac:spMk id="2" creationId="{F5763554-FF65-43C2-96DE-B0F79D6EE6E8}"/>
          </ac:spMkLst>
        </pc:spChg>
        <pc:spChg chg="mod">
          <ac:chgData name="Blake Benz" userId="8a97c15f36056bdc" providerId="Windows Live" clId="Web-{3C377A6B-E70F-5687-C40E-9F9C707051CA}" dt="2025-07-28T15:31:57.703" v="455" actId="20577"/>
          <ac:spMkLst>
            <pc:docMk/>
            <pc:sldMk cId="3579854332" sldId="273"/>
            <ac:spMk id="3" creationId="{10A7ECC0-F4B8-40DA-BDF6-E32591317B74}"/>
          </ac:spMkLst>
        </pc:spChg>
      </pc:sldChg>
      <pc:sldChg chg="modSp add ord replId">
        <pc:chgData name="Blake Benz" userId="8a97c15f36056bdc" providerId="Windows Live" clId="Web-{3C377A6B-E70F-5687-C40E-9F9C707051CA}" dt="2025-07-28T15:12:07.088" v="383" actId="20577"/>
        <pc:sldMkLst>
          <pc:docMk/>
          <pc:sldMk cId="45354156" sldId="274"/>
        </pc:sldMkLst>
        <pc:spChg chg="mod">
          <ac:chgData name="Blake Benz" userId="8a97c15f36056bdc" providerId="Windows Live" clId="Web-{3C377A6B-E70F-5687-C40E-9F9C707051CA}" dt="2025-07-28T15:11:54.010" v="372" actId="20577"/>
          <ac:spMkLst>
            <pc:docMk/>
            <pc:sldMk cId="45354156" sldId="274"/>
            <ac:spMk id="2" creationId="{CDAF04CE-7DAF-9A3A-462F-834338B599AA}"/>
          </ac:spMkLst>
        </pc:spChg>
        <pc:spChg chg="mod">
          <ac:chgData name="Blake Benz" userId="8a97c15f36056bdc" providerId="Windows Live" clId="Web-{3C377A6B-E70F-5687-C40E-9F9C707051CA}" dt="2025-07-28T15:12:07.088" v="383" actId="20577"/>
          <ac:spMkLst>
            <pc:docMk/>
            <pc:sldMk cId="45354156" sldId="274"/>
            <ac:spMk id="3" creationId="{BFC20914-1471-8F74-1C74-31DDBC56311F}"/>
          </ac:spMkLst>
        </pc:spChg>
      </pc:sldChg>
      <pc:sldChg chg="new del">
        <pc:chgData name="Blake Benz" userId="8a97c15f36056bdc" providerId="Windows Live" clId="Web-{3C377A6B-E70F-5687-C40E-9F9C707051CA}" dt="2025-07-28T14:31:48.197" v="42"/>
        <pc:sldMkLst>
          <pc:docMk/>
          <pc:sldMk cId="297660806" sldId="275"/>
        </pc:sldMkLst>
      </pc:sldChg>
      <pc:sldChg chg="modSp add replId">
        <pc:chgData name="Blake Benz" userId="8a97c15f36056bdc" providerId="Windows Live" clId="Web-{3C377A6B-E70F-5687-C40E-9F9C707051CA}" dt="2025-07-28T15:46:44.737" v="800" actId="14100"/>
        <pc:sldMkLst>
          <pc:docMk/>
          <pc:sldMk cId="1905116200" sldId="275"/>
        </pc:sldMkLst>
        <pc:spChg chg="mod">
          <ac:chgData name="Blake Benz" userId="8a97c15f36056bdc" providerId="Windows Live" clId="Web-{3C377A6B-E70F-5687-C40E-9F9C707051CA}" dt="2025-07-28T15:40:25.517" v="629" actId="1076"/>
          <ac:spMkLst>
            <pc:docMk/>
            <pc:sldMk cId="1905116200" sldId="275"/>
            <ac:spMk id="2" creationId="{5A4F9984-CCD8-F5EB-356D-20D62AB20DCE}"/>
          </ac:spMkLst>
        </pc:spChg>
        <pc:spChg chg="mod">
          <ac:chgData name="Blake Benz" userId="8a97c15f36056bdc" providerId="Windows Live" clId="Web-{3C377A6B-E70F-5687-C40E-9F9C707051CA}" dt="2025-07-28T15:46:44.737" v="800" actId="14100"/>
          <ac:spMkLst>
            <pc:docMk/>
            <pc:sldMk cId="1905116200" sldId="275"/>
            <ac:spMk id="3" creationId="{E89A1321-9CC4-21C9-C740-57848C809D7C}"/>
          </ac:spMkLst>
        </pc:spChg>
      </pc:sldChg>
      <pc:sldChg chg="modSp add del replId">
        <pc:chgData name="Blake Benz" userId="8a97c15f36056bdc" providerId="Windows Live" clId="Web-{3C377A6B-E70F-5687-C40E-9F9C707051CA}" dt="2025-07-28T15:04:01.991" v="302"/>
        <pc:sldMkLst>
          <pc:docMk/>
          <pc:sldMk cId="2001626902" sldId="275"/>
        </pc:sldMkLst>
      </pc:sldChg>
      <pc:sldChg chg="modSp add ord replId">
        <pc:chgData name="Blake Benz" userId="8a97c15f36056bdc" providerId="Windows Live" clId="Web-{3C377A6B-E70F-5687-C40E-9F9C707051CA}" dt="2025-07-28T15:42:04.251" v="652" actId="20577"/>
        <pc:sldMkLst>
          <pc:docMk/>
          <pc:sldMk cId="1975302932" sldId="276"/>
        </pc:sldMkLst>
      </pc:sldChg>
      <pc:sldChg chg="modSp add replId">
        <pc:chgData name="Blake Benz" userId="8a97c15f36056bdc" providerId="Windows Live" clId="Web-{3C377A6B-E70F-5687-C40E-9F9C707051CA}" dt="2025-07-28T15:44:23.752" v="693" actId="20577"/>
        <pc:sldMkLst>
          <pc:docMk/>
          <pc:sldMk cId="96582979" sldId="277"/>
        </pc:sldMkLst>
        <pc:spChg chg="mod">
          <ac:chgData name="Blake Benz" userId="8a97c15f36056bdc" providerId="Windows Live" clId="Web-{3C377A6B-E70F-5687-C40E-9F9C707051CA}" dt="2025-07-28T15:44:23.752" v="693" actId="20577"/>
          <ac:spMkLst>
            <pc:docMk/>
            <pc:sldMk cId="96582979" sldId="277"/>
            <ac:spMk id="3" creationId="{948FB823-A26E-B23B-6BF4-FAE702EEF12E}"/>
          </ac:spMkLst>
        </pc:spChg>
      </pc:sldChg>
    </pc:docChg>
  </pc:docChgLst>
  <pc:docChgLst>
    <pc:chgData name="Blake Benz" userId="8a97c15f36056bdc" providerId="LiveId" clId="{C9210FE2-6E6B-452F-A4AD-C352671CD67D}"/>
    <pc:docChg chg="custSel modSld">
      <pc:chgData name="Blake Benz" userId="8a97c15f36056bdc" providerId="LiveId" clId="{C9210FE2-6E6B-452F-A4AD-C352671CD67D}" dt="2024-07-01T19:37:46.381" v="3" actId="478"/>
      <pc:docMkLst>
        <pc:docMk/>
      </pc:docMkLst>
      <pc:sldChg chg="delSp modSp mod">
        <pc:chgData name="Blake Benz" userId="8a97c15f36056bdc" providerId="LiveId" clId="{C9210FE2-6E6B-452F-A4AD-C352671CD67D}" dt="2024-07-01T19:37:46.381" v="3" actId="478"/>
        <pc:sldMkLst>
          <pc:docMk/>
          <pc:sldMk cId="3379240094" sldId="256"/>
        </pc:sldMkLst>
      </pc:sldChg>
    </pc:docChg>
  </pc:docChgLst>
  <pc:docChgLst>
    <pc:chgData name="Blake Benz" userId="8a97c15f36056bdc" providerId="Windows Live" clId="Web-{635A0254-4960-96D8-A752-C7963FACE1E2}"/>
    <pc:docChg chg="addSld delSld modSld">
      <pc:chgData name="Blake Benz" userId="8a97c15f36056bdc" providerId="Windows Live" clId="Web-{635A0254-4960-96D8-A752-C7963FACE1E2}" dt="2025-08-06T21:52:40.909" v="125"/>
      <pc:docMkLst>
        <pc:docMk/>
      </pc:docMkLst>
      <pc:sldChg chg="modSp">
        <pc:chgData name="Blake Benz" userId="8a97c15f36056bdc" providerId="Windows Live" clId="Web-{635A0254-4960-96D8-A752-C7963FACE1E2}" dt="2025-08-06T21:45:25.577" v="101" actId="20577"/>
        <pc:sldMkLst>
          <pc:docMk/>
          <pc:sldMk cId="2326333070" sldId="259"/>
        </pc:sldMkLst>
        <pc:spChg chg="mod">
          <ac:chgData name="Blake Benz" userId="8a97c15f36056bdc" providerId="Windows Live" clId="Web-{635A0254-4960-96D8-A752-C7963FACE1E2}" dt="2025-08-06T21:45:03.264" v="97" actId="20577"/>
          <ac:spMkLst>
            <pc:docMk/>
            <pc:sldMk cId="2326333070" sldId="259"/>
            <ac:spMk id="2" creationId="{00000000-0000-0000-0000-000000000000}"/>
          </ac:spMkLst>
        </pc:spChg>
        <pc:spChg chg="mod">
          <ac:chgData name="Blake Benz" userId="8a97c15f36056bdc" providerId="Windows Live" clId="Web-{635A0254-4960-96D8-A752-C7963FACE1E2}" dt="2025-08-06T21:45:25.577" v="101" actId="20577"/>
          <ac:spMkLst>
            <pc:docMk/>
            <pc:sldMk cId="2326333070" sldId="259"/>
            <ac:spMk id="3" creationId="{00000000-0000-0000-0000-000000000000}"/>
          </ac:spMkLst>
        </pc:spChg>
      </pc:sldChg>
      <pc:sldChg chg="modSp add del">
        <pc:chgData name="Blake Benz" userId="8a97c15f36056bdc" providerId="Windows Live" clId="Web-{635A0254-4960-96D8-A752-C7963FACE1E2}" dt="2025-08-06T21:52:40.909" v="125"/>
        <pc:sldMkLst>
          <pc:docMk/>
          <pc:sldMk cId="2184999129" sldId="271"/>
        </pc:sldMkLst>
        <pc:spChg chg="mod">
          <ac:chgData name="Blake Benz" userId="8a97c15f36056bdc" providerId="Windows Live" clId="Web-{635A0254-4960-96D8-A752-C7963FACE1E2}" dt="2025-08-06T21:51:55.699" v="123" actId="20577"/>
          <ac:spMkLst>
            <pc:docMk/>
            <pc:sldMk cId="2184999129" sldId="271"/>
            <ac:spMk id="3" creationId="{5284EB89-3E78-4BFD-9D4B-B8D9C3922A71}"/>
          </ac:spMkLst>
        </pc:spChg>
      </pc:sldChg>
      <pc:sldChg chg="modSp">
        <pc:chgData name="Blake Benz" userId="8a97c15f36056bdc" providerId="Windows Live" clId="Web-{635A0254-4960-96D8-A752-C7963FACE1E2}" dt="2025-08-06T21:22:54.036" v="1" actId="20577"/>
        <pc:sldMkLst>
          <pc:docMk/>
          <pc:sldMk cId="45354156" sldId="274"/>
        </pc:sldMkLst>
        <pc:spChg chg="mod">
          <ac:chgData name="Blake Benz" userId="8a97c15f36056bdc" providerId="Windows Live" clId="Web-{635A0254-4960-96D8-A752-C7963FACE1E2}" dt="2025-08-06T21:22:54.036" v="1" actId="20577"/>
          <ac:spMkLst>
            <pc:docMk/>
            <pc:sldMk cId="45354156" sldId="274"/>
            <ac:spMk id="3" creationId="{BFC20914-1471-8F74-1C74-31DDBC56311F}"/>
          </ac:spMkLst>
        </pc:spChg>
      </pc:sldChg>
      <pc:sldChg chg="modSp">
        <pc:chgData name="Blake Benz" userId="8a97c15f36056bdc" providerId="Windows Live" clId="Web-{635A0254-4960-96D8-A752-C7963FACE1E2}" dt="2025-08-06T21:24:49.544" v="7" actId="20577"/>
        <pc:sldMkLst>
          <pc:docMk/>
          <pc:sldMk cId="1905116200" sldId="275"/>
        </pc:sldMkLst>
        <pc:spChg chg="mod">
          <ac:chgData name="Blake Benz" userId="8a97c15f36056bdc" providerId="Windows Live" clId="Web-{635A0254-4960-96D8-A752-C7963FACE1E2}" dt="2025-08-06T21:24:49.544" v="7" actId="20577"/>
          <ac:spMkLst>
            <pc:docMk/>
            <pc:sldMk cId="1905116200" sldId="275"/>
            <ac:spMk id="3" creationId="{E89A1321-9CC4-21C9-C740-57848C809D7C}"/>
          </ac:spMkLst>
        </pc:spChg>
      </pc:sldChg>
      <pc:sldChg chg="modSp">
        <pc:chgData name="Blake Benz" userId="8a97c15f36056bdc" providerId="Windows Live" clId="Web-{635A0254-4960-96D8-A752-C7963FACE1E2}" dt="2025-08-06T21:42:17.496" v="93" actId="20577"/>
        <pc:sldMkLst>
          <pc:docMk/>
          <pc:sldMk cId="96582979" sldId="277"/>
        </pc:sldMkLst>
        <pc:spChg chg="mod">
          <ac:chgData name="Blake Benz" userId="8a97c15f36056bdc" providerId="Windows Live" clId="Web-{635A0254-4960-96D8-A752-C7963FACE1E2}" dt="2025-08-06T21:42:17.496" v="93" actId="20577"/>
          <ac:spMkLst>
            <pc:docMk/>
            <pc:sldMk cId="96582979" sldId="277"/>
            <ac:spMk id="3" creationId="{948FB823-A26E-B23B-6BF4-FAE702EEF12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5724E1-9798-4143-829F-3D2D56D3B39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34B1-685F-C14D-A135-154754EA0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9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Allows for technology</a:t>
            </a:r>
            <a:r>
              <a:rPr lang="en-US" baseline="0" dirty="0"/>
              <a:t> to monitor </a:t>
            </a:r>
            <a:r>
              <a:rPr lang="en-US" baseline="0" dirty="0" err="1"/>
              <a:t>pt</a:t>
            </a:r>
            <a:r>
              <a:rPr lang="en-US" baseline="0" dirty="0"/>
              <a:t> from a distance</a:t>
            </a:r>
            <a:r>
              <a:rPr lang="is-IS" baseline="0" dirty="0"/>
              <a:t>….cronic condition monitoring...from pts home to mds office. </a:t>
            </a:r>
            <a:r>
              <a:rPr lang="en-US" baseline="0" dirty="0"/>
              <a:t>B</a:t>
            </a:r>
            <a:r>
              <a:rPr lang="is-IS" baseline="0" dirty="0"/>
              <a:t>eneficial for everyone around. </a:t>
            </a:r>
            <a:r>
              <a:rPr lang="en-US" baseline="0" dirty="0"/>
              <a:t>M</a:t>
            </a:r>
            <a:r>
              <a:rPr lang="is-IS" baseline="0" dirty="0"/>
              <a:t>ore real time monitoring. </a:t>
            </a:r>
          </a:p>
          <a:p>
            <a:endParaRPr lang="is-IS" baseline="0" dirty="0"/>
          </a:p>
          <a:p>
            <a:r>
              <a:rPr lang="en-US" baseline="0" dirty="0"/>
              <a:t>A</a:t>
            </a:r>
            <a:r>
              <a:rPr lang="is-IS" baseline="0" dirty="0"/>
              <a:t>dmin- pt education (bc will be people with cronic conditions) on the use of technology, they should understnad the principles around using/ concept of telemedicine and that it’s an ongoing process. </a:t>
            </a:r>
            <a:r>
              <a:rPr lang="en-US" baseline="0" dirty="0"/>
              <a:t>W</a:t>
            </a:r>
            <a:r>
              <a:rPr lang="is-IS" baseline="0" dirty="0"/>
              <a:t>ant to make sure that data is encrypted in transit to md. </a:t>
            </a:r>
          </a:p>
          <a:p>
            <a:endParaRPr lang="is-IS" baseline="0" dirty="0"/>
          </a:p>
          <a:p>
            <a:r>
              <a:rPr lang="is-IS" baseline="0" dirty="0"/>
              <a:t>How do we know that the data receiving form these home machines are acurate? </a:t>
            </a:r>
            <a:r>
              <a:rPr lang="en-US" baseline="0" dirty="0"/>
              <a:t>H</a:t>
            </a:r>
            <a:r>
              <a:rPr lang="is-IS" baseline="0" dirty="0"/>
              <a:t>ave to test and make sure it’s working. </a:t>
            </a:r>
            <a:r>
              <a:rPr lang="en-US" baseline="0" dirty="0"/>
              <a:t>H</a:t>
            </a:r>
            <a:r>
              <a:rPr lang="is-IS" baseline="0" dirty="0"/>
              <a:t>ave to have periodic accurate checking. </a:t>
            </a:r>
            <a:r>
              <a:rPr lang="en-US" baseline="0" dirty="0"/>
              <a:t>I</a:t>
            </a:r>
            <a:r>
              <a:rPr lang="is-IS" baseline="0" dirty="0"/>
              <a:t>f there’s an update how will the update happen- remotely? </a:t>
            </a:r>
            <a:r>
              <a:rPr lang="en-US" baseline="0" dirty="0"/>
              <a:t>H</a:t>
            </a:r>
            <a:r>
              <a:rPr lang="is-IS" baseline="0" dirty="0"/>
              <a:t>ave to go to the house?</a:t>
            </a:r>
          </a:p>
          <a:p>
            <a:endParaRPr lang="is-I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934B1-685F-C14D-A135-154754EA095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4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1406020"/>
            <a:ext cx="6172199" cy="2251579"/>
          </a:xfrm>
        </p:spPr>
        <p:txBody>
          <a:bodyPr lIns="0" rIns="0" anchor="t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6800" y="3905864"/>
            <a:ext cx="6172200" cy="112333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5C4C-7F5D-463F-9961-4FF8A7A068E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52B5F1-11F7-4C3D-AFD5-8A153C1A71C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3456432" y="1545336"/>
            <a:ext cx="4224528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B25C4C-7F5D-463F-9961-4FF8A7A068E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A52B5F1-11F7-4C3D-AFD5-8A153C1A71C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1472184"/>
            <a:ext cx="6172200" cy="2130552"/>
          </a:xfrm>
        </p:spPr>
        <p:txBody>
          <a:bodyPr anchor="t">
            <a:noAutofit/>
          </a:bodyPr>
          <a:lstStyle>
            <a:lvl1pPr algn="l">
              <a:defRPr sz="48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3886200"/>
            <a:ext cx="6172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5C4C-7F5D-463F-9961-4FF8A7A068E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52B5F1-11F7-4C3D-AFD5-8A153C1A71C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609600"/>
            <a:ext cx="3616325" cy="106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86998" y="1915859"/>
            <a:ext cx="3646966" cy="288142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6754" y="1915881"/>
            <a:ext cx="3639311" cy="288139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5C4C-7F5D-463F-9961-4FF8A7A068E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52B5F1-11F7-4C3D-AFD5-8A153C1A71C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493776" y="6356350"/>
            <a:ext cx="5102352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609600"/>
            <a:ext cx="3615734" cy="10667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1" y="1916113"/>
            <a:ext cx="3638550" cy="646112"/>
          </a:xfrm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860676"/>
            <a:ext cx="3638550" cy="288289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5" y="1916113"/>
            <a:ext cx="3660775" cy="646112"/>
          </a:xfrm>
        </p:spPr>
        <p:txBody>
          <a:bodyPr anchor="t"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2860676"/>
            <a:ext cx="3651250" cy="28829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5C4C-7F5D-463F-9961-4FF8A7A068E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52B5F1-11F7-4C3D-AFD5-8A153C1A71C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493776" y="6356350"/>
            <a:ext cx="5102352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162800" y="1551543"/>
            <a:ext cx="1828800" cy="365125"/>
          </a:xfrm>
        </p:spPr>
        <p:txBody>
          <a:bodyPr/>
          <a:lstStyle/>
          <a:p>
            <a:fld id="{57B25C4C-7F5D-463F-9961-4FF8A7A068E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52B5F1-11F7-4C3D-AFD5-8A153C1A71C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5C4C-7F5D-463F-9961-4FF8A7A068E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2B5F1-11F7-4C3D-AFD5-8A153C1A71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450" y="1920876"/>
            <a:ext cx="3654425" cy="288924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606425"/>
            <a:ext cx="3629025" cy="1041400"/>
          </a:xfrm>
        </p:spPr>
        <p:txBody>
          <a:bodyPr anchor="t">
            <a:normAutofit/>
          </a:bodyPr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920875"/>
            <a:ext cx="3629025" cy="18129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5C4C-7F5D-463F-9961-4FF8A7A068E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52B5F1-11F7-4C3D-AFD5-8A153C1A71C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493776" y="6356350"/>
            <a:ext cx="5102352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600074"/>
            <a:ext cx="2074862" cy="1981201"/>
          </a:xfrm>
          <a:ln>
            <a:noFill/>
          </a:ln>
        </p:spPr>
        <p:txBody>
          <a:bodyPr anchor="t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63862" y="1650999"/>
            <a:ext cx="5627687" cy="42207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63862" y="614363"/>
            <a:ext cx="3741738" cy="90963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5C4C-7F5D-463F-9961-4FF8A7A068E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52B5F1-11F7-4C3D-AFD5-8A153C1A71C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493776" y="6356350"/>
            <a:ext cx="5102352" cy="365125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4400" y="1554480"/>
            <a:ext cx="4222308" cy="38862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5C4C-7F5D-463F-9961-4FF8A7A068E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2B5F1-11F7-4C3D-AFD5-8A153C1A71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9848" y="1554480"/>
            <a:ext cx="2075688" cy="3886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56432" y="1554480"/>
            <a:ext cx="4224528" cy="3886200"/>
          </a:xfrm>
        </p:spPr>
        <p:txBody>
          <a:bodyPr vert="eaVer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5C4C-7F5D-463F-9961-4FF8A7A068E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2B5F1-11F7-4C3D-AFD5-8A153C1A71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1554480"/>
            <a:ext cx="2073348" cy="19794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4400" y="1547036"/>
            <a:ext cx="4222308" cy="38862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62800" y="18946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25C4C-7F5D-463F-9961-4FF8A7A068EA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9848" y="6356350"/>
            <a:ext cx="51023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59752" y="6356350"/>
            <a:ext cx="113768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2B5F1-11F7-4C3D-AFD5-8A153C1A71CE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1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588" y="1469251"/>
            <a:ext cx="8574930" cy="1531733"/>
          </a:xfrm>
        </p:spPr>
        <p:txBody>
          <a:bodyPr/>
          <a:lstStyle/>
          <a:p>
            <a:pPr algn="ctr"/>
            <a:r>
              <a:rPr lang="en-US" sz="4400" dirty="0"/>
              <a:t>Other Privacy &amp; Security topics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240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699C1-4E27-8AFF-6FFB-8387CF2C9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F04CE-7DAF-9A3A-462F-834338B59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89" y="457201"/>
            <a:ext cx="8800380" cy="1247953"/>
          </a:xfrm>
        </p:spPr>
        <p:txBody>
          <a:bodyPr/>
          <a:lstStyle/>
          <a:p>
            <a:pPr algn="ctr"/>
            <a:r>
              <a:rPr lang="en-US" sz="3000" dirty="0"/>
              <a:t>Presentations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20914-1471-8F74-1C74-31DDBC5631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1955320"/>
            <a:ext cx="7924800" cy="42930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/>
              <a:t>Individual Presentations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54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5BC0E-A301-50B8-78CE-CC8080F1F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F9984-CCD8-F5EB-356D-20D62AB20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57" y="330741"/>
            <a:ext cx="8800380" cy="508651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rgbClr val="FFFFFF"/>
                </a:solidFill>
                <a:latin typeface="Arial Black"/>
              </a:rPr>
              <a:t>Other Privacy/security protections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9A1321-9CC4-21C9-C740-57848C809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0754" y="1070104"/>
            <a:ext cx="8586280" cy="51782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i="0" cap="all" dirty="0">
                <a:latin typeface="Arial Black"/>
              </a:rPr>
              <a:t>Food, drug &amp; Cosmetic act (FDA, 1938)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i="0" cap="all" dirty="0">
                <a:latin typeface="Arial Black"/>
              </a:rPr>
              <a:t>21st Century cures act (2016)</a:t>
            </a:r>
            <a:endParaRPr lang="en-US" sz="2600" i="0" dirty="0">
              <a:latin typeface="Arial Black"/>
            </a:endParaRPr>
          </a:p>
          <a:p>
            <a:pPr marL="914400" lvl="1" indent="-457200" algn="l">
              <a:buFont typeface="Courier New" panose="020B0604020202020204" pitchFamily="34" charset="0"/>
              <a:buChar char="o"/>
            </a:pPr>
            <a:r>
              <a:rPr lang="en-US" sz="2600" i="0" dirty="0">
                <a:latin typeface="Candara"/>
              </a:rPr>
              <a:t>Prevent information blocking</a:t>
            </a:r>
          </a:p>
          <a:p>
            <a:pPr marL="914400" lvl="1" indent="-457200" algn="l">
              <a:buFont typeface="Courier New" panose="020B0604020202020204" pitchFamily="34" charset="0"/>
              <a:buChar char="o"/>
            </a:pPr>
            <a:r>
              <a:rPr lang="en-US" sz="2600" i="0" dirty="0">
                <a:latin typeface="Candara"/>
              </a:rPr>
              <a:t>Excludes 5 categories of software functions from FD&amp;C – </a:t>
            </a:r>
            <a:endParaRPr lang="en-US"/>
          </a:p>
          <a:p>
            <a:pPr marL="1371600" lvl="2" indent="-457200" algn="l">
              <a:buFont typeface="Wingdings" panose="020B0604020202020204" pitchFamily="34" charset="0"/>
              <a:buChar char="§"/>
            </a:pPr>
            <a:r>
              <a:rPr lang="en-US" sz="2600" i="0" dirty="0">
                <a:latin typeface="Candara"/>
              </a:rPr>
              <a:t>Admin support – scheduling</a:t>
            </a:r>
            <a:endParaRPr lang="en-US" dirty="0">
              <a:latin typeface="Candara"/>
            </a:endParaRPr>
          </a:p>
          <a:p>
            <a:pPr marL="1371600" lvl="2" indent="-457200" algn="l">
              <a:buFont typeface="Wingdings" panose="020B0604020202020204" pitchFamily="34" charset="0"/>
              <a:buChar char="§"/>
            </a:pPr>
            <a:r>
              <a:rPr lang="en-US" sz="2600" i="0" dirty="0"/>
              <a:t>General wellness – fitness, stress reduction</a:t>
            </a:r>
          </a:p>
          <a:p>
            <a:pPr marL="1371600" lvl="2" indent="-457200" algn="l">
              <a:buFont typeface="Wingdings" panose="020B0604020202020204" pitchFamily="34" charset="0"/>
              <a:buChar char="§"/>
            </a:pPr>
            <a:r>
              <a:rPr lang="en-US" sz="2600" i="0" dirty="0"/>
              <a:t>PHR software</a:t>
            </a:r>
          </a:p>
          <a:p>
            <a:pPr marL="1371600" lvl="2" indent="-457200" algn="l">
              <a:buFont typeface="Wingdings" panose="020B0604020202020204" pitchFamily="34" charset="0"/>
              <a:buChar char="§"/>
            </a:pPr>
            <a:r>
              <a:rPr lang="en-US" sz="2600" i="0" dirty="0"/>
              <a:t>Medical device data system software – transfer, store, convert formats (not analyzing)</a:t>
            </a:r>
          </a:p>
          <a:p>
            <a:pPr marL="1371600" lvl="2" indent="-457200" algn="l">
              <a:buFont typeface="Wingdings" panose="020B0604020202020204" pitchFamily="34" charset="0"/>
              <a:buChar char="§"/>
            </a:pPr>
            <a:r>
              <a:rPr lang="en-US" sz="2600" i="0" dirty="0"/>
              <a:t>Clinical Decision Support</a:t>
            </a:r>
          </a:p>
          <a:p>
            <a:pPr marL="914400" lvl="1" indent="-457200" algn="l">
              <a:buFont typeface="Courier New" panose="020B0604020202020204" pitchFamily="34" charset="0"/>
              <a:buChar char="o"/>
            </a:pPr>
            <a:endParaRPr lang="en-US" sz="2600" i="0" dirty="0">
              <a:solidFill>
                <a:schemeClr val="tx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05116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3B40F-E9E2-B0E2-FB1F-273ED3CA6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24EE4-73A2-840E-3FE5-C547CF30E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57" y="330741"/>
            <a:ext cx="8800380" cy="508651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rgbClr val="FFFFFF"/>
                </a:solidFill>
                <a:latin typeface="Arial Black"/>
              </a:rPr>
              <a:t>Other Privacy/security protections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8FB823-A26E-B23B-6BF4-FAE702EEF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482" y="1137536"/>
            <a:ext cx="8564086" cy="535405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i="0" cap="all" dirty="0">
                <a:latin typeface="Arial Black"/>
              </a:rPr>
              <a:t>21st Century cures act, </a:t>
            </a:r>
            <a:r>
              <a:rPr lang="en-US" sz="2600" i="0" cap="all" dirty="0" err="1">
                <a:latin typeface="Arial Black"/>
              </a:rPr>
              <a:t>Cont</a:t>
            </a:r>
            <a:endParaRPr lang="en-US" sz="2600" i="0" dirty="0" err="1">
              <a:latin typeface="Arial Black"/>
            </a:endParaRPr>
          </a:p>
          <a:p>
            <a:pPr marL="914400" lvl="1" indent="-457200" algn="l">
              <a:buFont typeface="Courier New" panose="020B0604020202020204" pitchFamily="34" charset="0"/>
              <a:buChar char="o"/>
            </a:pPr>
            <a:r>
              <a:rPr lang="en-US" sz="2600" i="0" dirty="0"/>
              <a:t>Information blocking exceptions</a:t>
            </a:r>
          </a:p>
          <a:p>
            <a:pPr marL="1371600" lvl="2" indent="-457200" algn="l">
              <a:buFont typeface="Wingdings" panose="020B0604020202020204" pitchFamily="34" charset="0"/>
              <a:buChar char="§"/>
            </a:pPr>
            <a:r>
              <a:rPr lang="en-US" sz="2600" i="0" dirty="0"/>
              <a:t>Prevent harm, more stringent state/federal preconditions, inability to validate right of access, patient request</a:t>
            </a:r>
          </a:p>
          <a:p>
            <a:pPr marL="914400" lvl="1" indent="-457200" algn="l">
              <a:buFont typeface="Courier New" panose="020B0604020202020204" pitchFamily="34" charset="0"/>
              <a:buChar char="o"/>
            </a:pPr>
            <a:r>
              <a:rPr lang="en-US" sz="2600" i="0" dirty="0"/>
              <a:t>Requires secure application programming interfaces</a:t>
            </a:r>
          </a:p>
          <a:p>
            <a:pPr marL="1371600" lvl="2" indent="-457200" algn="l">
              <a:buFont typeface="Wingdings" panose="020B0604020202020204" pitchFamily="34" charset="0"/>
              <a:buChar char="§"/>
            </a:pPr>
            <a:r>
              <a:rPr lang="en-US" sz="2400" i="0" dirty="0">
                <a:solidFill>
                  <a:schemeClr val="tx1"/>
                </a:solidFill>
                <a:ea typeface="+mn-lt"/>
                <a:cs typeface="+mn-lt"/>
              </a:rPr>
              <a:t>Fast Healthcare Interoperability Resources (FHIR) API</a:t>
            </a:r>
          </a:p>
          <a:p>
            <a:pPr marL="1371600" lvl="2" indent="-457200" algn="l">
              <a:buFont typeface="Wingdings" panose="020B0604020202020204" pitchFamily="34" charset="0"/>
              <a:buChar char="§"/>
            </a:pPr>
            <a:r>
              <a:rPr lang="en-US" sz="2400" i="0" dirty="0">
                <a:solidFill>
                  <a:schemeClr val="tx1"/>
                </a:solidFill>
                <a:ea typeface="+mn-lt"/>
                <a:cs typeface="+mn-lt"/>
              </a:rPr>
              <a:t>Standardization, encryption, authentication – mobile health app</a:t>
            </a:r>
          </a:p>
          <a:p>
            <a:pPr marL="457200" indent="-457200">
              <a:buFont typeface="Arial,Sans-Serif" panose="020B0604020202020204" pitchFamily="34" charset="0"/>
              <a:buChar char="•"/>
            </a:pPr>
            <a:r>
              <a:rPr lang="en-US" sz="2800" i="0" dirty="0">
                <a:solidFill>
                  <a:schemeClr val="tx1"/>
                </a:solidFill>
                <a:latin typeface="Arial Black"/>
                <a:ea typeface="+mn-lt"/>
                <a:cs typeface="+mn-lt"/>
              </a:rPr>
              <a:t>U.S. Consolidated Appropriations Act (2022)</a:t>
            </a:r>
          </a:p>
          <a:p>
            <a:pPr marL="914400" lvl="1" indent="-457200" algn="l">
              <a:buFont typeface="Courier New" panose="020B0604020202020204" pitchFamily="34" charset="0"/>
              <a:buChar char="o"/>
            </a:pPr>
            <a:r>
              <a:rPr lang="en-US" sz="2600" i="0" dirty="0">
                <a:solidFill>
                  <a:schemeClr val="tx1"/>
                </a:solidFill>
                <a:latin typeface="Candara"/>
                <a:ea typeface="+mn-lt"/>
                <a:cs typeface="+mn-lt"/>
              </a:rPr>
              <a:t>Requires manufacturer cybersecurity plan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200" i="0" dirty="0">
              <a:solidFill>
                <a:schemeClr val="tx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582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122208" y="1293962"/>
            <a:ext cx="8870829" cy="55626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Scope</a:t>
            </a:r>
          </a:p>
          <a:p>
            <a:pPr marL="0" indent="0">
              <a:buNone/>
            </a:pPr>
            <a:r>
              <a:rPr lang="en-US" sz="2400" i="0" dirty="0"/>
              <a:t>The actual delivery of remote clinical services using technology to facilitate the exchange of medical information from one site to another </a:t>
            </a:r>
          </a:p>
          <a:p>
            <a:r>
              <a:rPr lang="en-US" sz="2400" dirty="0"/>
              <a:t>Telehealth services did not need to fully comply with HIPAA requirements</a:t>
            </a:r>
          </a:p>
          <a:p>
            <a:r>
              <a:rPr lang="en-US" sz="2400" dirty="0"/>
              <a:t>OCR did not impose penalties for noncompliance during the emergency</a:t>
            </a:r>
          </a:p>
          <a:p>
            <a:r>
              <a:rPr lang="en-US" sz="2400" dirty="0"/>
              <a:t>Any non-public facing remote communication product could be used for any diagnosis (not just Covid)</a:t>
            </a:r>
          </a:p>
          <a:p>
            <a:pPr lvl="1">
              <a:buFont typeface="Courier New" pitchFamily="34" charset="0"/>
              <a:buChar char="o"/>
            </a:pPr>
            <a:r>
              <a:rPr lang="en-US" sz="2000" dirty="0"/>
              <a:t>Approved: FaceTime, Facebook Messenger video chat, Google Hangouts video, Zoom or Skype</a:t>
            </a:r>
          </a:p>
          <a:p>
            <a:pPr lvl="1">
              <a:buFont typeface="Courier New" pitchFamily="34" charset="0"/>
              <a:buChar char="o"/>
            </a:pPr>
            <a:r>
              <a:rPr lang="en-US" sz="2000" dirty="0"/>
              <a:t>Not approved: Facebook live, Twitch, Tik Tok</a:t>
            </a:r>
          </a:p>
          <a:p>
            <a:r>
              <a:rPr lang="en-US" sz="2000" dirty="0"/>
              <a:t>Providers encouraged to notify patients of privacy risks and should enable all available encryption and privacy modes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90626" cy="533400"/>
          </a:xfrm>
        </p:spPr>
        <p:txBody>
          <a:bodyPr>
            <a:noAutofit/>
          </a:bodyPr>
          <a:lstStyle/>
          <a:p>
            <a:pPr algn="ctr"/>
            <a:r>
              <a:rPr lang="en-US" sz="3400" dirty="0"/>
              <a:t>Telemedicine During Covid</a:t>
            </a:r>
          </a:p>
        </p:txBody>
      </p:sp>
    </p:spTree>
    <p:extLst>
      <p:ext uri="{BB962C8B-B14F-4D97-AF65-F5344CB8AC3E}">
        <p14:creationId xmlns:p14="http://schemas.microsoft.com/office/powerpoint/2010/main" val="2326333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25369-2A9D-4F37-BC55-6902F1F38F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669" y="375249"/>
            <a:ext cx="8731368" cy="1337180"/>
          </a:xfrm>
        </p:spPr>
        <p:txBody>
          <a:bodyPr/>
          <a:lstStyle/>
          <a:p>
            <a:pPr algn="ctr"/>
            <a:r>
              <a:rPr lang="en-US" sz="4400" dirty="0"/>
              <a:t>First Responders, Covid-19 and HIPAA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C61195-57ED-431E-A278-DAD1F101EF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717" y="2382413"/>
            <a:ext cx="8428007" cy="39365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000" dirty="0"/>
              <a:t>PHI of COVID-19 infected individuals could be released to law enforcement, paramedics, other first responders and public health authorities</a:t>
            </a:r>
          </a:p>
        </p:txBody>
      </p:sp>
    </p:spTree>
    <p:extLst>
      <p:ext uri="{BB962C8B-B14F-4D97-AF65-F5344CB8AC3E}">
        <p14:creationId xmlns:p14="http://schemas.microsoft.com/office/powerpoint/2010/main" val="2239564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340E8-D826-4AE6-A2C3-FA6341C732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693" y="533401"/>
            <a:ext cx="8716991" cy="1676399"/>
          </a:xfrm>
        </p:spPr>
        <p:txBody>
          <a:bodyPr/>
          <a:lstStyle/>
          <a:p>
            <a:pPr algn="ctr"/>
            <a:r>
              <a:rPr lang="en-US" sz="4400" dirty="0"/>
              <a:t>community-based testing sites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966D00-AA71-4D38-8816-0206DD97E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711" y="2321944"/>
            <a:ext cx="7710577" cy="327372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4000" dirty="0"/>
              <a:t>On 4/9/20, OCR announced it would not impose penalties for violations of HIPAA rules against CEs or BAs in connection with good faith participation of COVID-19 testing sites</a:t>
            </a:r>
          </a:p>
        </p:txBody>
      </p:sp>
    </p:spTree>
    <p:extLst>
      <p:ext uri="{BB962C8B-B14F-4D97-AF65-F5344CB8AC3E}">
        <p14:creationId xmlns:p14="http://schemas.microsoft.com/office/powerpoint/2010/main" val="2672307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AC8C5-7D58-4802-AA04-2A20CD378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1733" y="288985"/>
            <a:ext cx="8601972" cy="1546116"/>
          </a:xfrm>
        </p:spPr>
        <p:txBody>
          <a:bodyPr/>
          <a:lstStyle/>
          <a:p>
            <a:pPr algn="ctr"/>
            <a:r>
              <a:rPr lang="en-US" sz="3600" dirty="0"/>
              <a:t>OCR guidance on restrictions on media access to PHI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F4E711-CC38-41BB-8B6C-BBF3BDE24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2344948"/>
            <a:ext cx="8001000" cy="342413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On 5/5/20, the OCR issued guidance reminding providers HIPAA does not permit them to give media access to facilities where patients’ PHI is accessible without prior patient authorization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Must have valid authorization form from patient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Obscuring patient faces is not sufficient</a:t>
            </a:r>
          </a:p>
        </p:txBody>
      </p:sp>
    </p:spTree>
    <p:extLst>
      <p:ext uri="{BB962C8B-B14F-4D97-AF65-F5344CB8AC3E}">
        <p14:creationId xmlns:p14="http://schemas.microsoft.com/office/powerpoint/2010/main" val="2095255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63554-FF65-43C2-96DE-B0F79D6EE6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1"/>
            <a:ext cx="8153400" cy="1828800"/>
          </a:xfrm>
        </p:spPr>
        <p:txBody>
          <a:bodyPr/>
          <a:lstStyle/>
          <a:p>
            <a:r>
              <a:rPr lang="en-US" sz="3200" dirty="0"/>
              <a:t>OCR Guidance on contacting former </a:t>
            </a:r>
            <a:r>
              <a:rPr lang="en-US" sz="3200" dirty="0" err="1"/>
              <a:t>covid</a:t>
            </a:r>
            <a:r>
              <a:rPr lang="en-US" sz="3200" dirty="0"/>
              <a:t> patients about blood/plasma donations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7ECC0-F4B8-40DA-BDF6-E32591317B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2895600"/>
            <a:ext cx="7924800" cy="3352800"/>
          </a:xfrm>
        </p:spPr>
        <p:txBody>
          <a:bodyPr>
            <a:normAutofit/>
          </a:bodyPr>
          <a:lstStyle/>
          <a:p>
            <a:r>
              <a:rPr lang="en-US" sz="2800" dirty="0"/>
              <a:t>On 6/12/20/, OCR issued guidance permitting CEs to identify and contact patients who have recovered  from COVID for population based activities relating to improving health.</a:t>
            </a:r>
          </a:p>
          <a:p>
            <a:r>
              <a:rPr lang="en-US" sz="2800" dirty="0"/>
              <a:t>CEs may not receive payment for blood and plasma donation centers in exchange for such communications with patients</a:t>
            </a:r>
          </a:p>
        </p:txBody>
      </p:sp>
    </p:spTree>
    <p:extLst>
      <p:ext uri="{BB962C8B-B14F-4D97-AF65-F5344CB8AC3E}">
        <p14:creationId xmlns:p14="http://schemas.microsoft.com/office/powerpoint/2010/main" val="1799917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04677-C254-4D6F-949A-43D0D085D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536" y="304801"/>
            <a:ext cx="8686799" cy="912962"/>
          </a:xfrm>
        </p:spPr>
        <p:txBody>
          <a:bodyPr/>
          <a:lstStyle/>
          <a:p>
            <a:pPr algn="ctr"/>
            <a:r>
              <a:rPr lang="en-US" sz="4000" dirty="0"/>
              <a:t>Cares act passed on 3/27/2020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4EB89-3E78-4BFD-9D4B-B8D9C3922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536" y="1879121"/>
            <a:ext cx="8681048" cy="4724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Expanded the ability of providers to share substance abuse records</a:t>
            </a:r>
            <a:endParaRPr lang="en-US" dirty="0"/>
          </a:p>
          <a:p>
            <a:pPr marL="800100" lvl="1" indent="-342900" algn="l">
              <a:buFont typeface="Courier New" panose="020B0604020202020204" pitchFamily="34" charset="0"/>
              <a:buChar char="o"/>
            </a:pPr>
            <a:r>
              <a:rPr lang="en-US" sz="3400" dirty="0"/>
              <a:t>One consent signed for all covered entities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dirty="0"/>
              <a:t>Same breach notification requirements apply as all other breaches</a:t>
            </a:r>
          </a:p>
        </p:txBody>
      </p:sp>
    </p:spTree>
    <p:extLst>
      <p:ext uri="{BB962C8B-B14F-4D97-AF65-F5344CB8AC3E}">
        <p14:creationId xmlns:p14="http://schemas.microsoft.com/office/powerpoint/2010/main" val="2184999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63554-FF65-43C2-96DE-B0F79D6EE6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853" y="457201"/>
            <a:ext cx="8714116" cy="672859"/>
          </a:xfrm>
        </p:spPr>
        <p:txBody>
          <a:bodyPr/>
          <a:lstStyle/>
          <a:p>
            <a:pPr algn="ctr"/>
            <a:r>
              <a:rPr lang="en-US" sz="3000" dirty="0"/>
              <a:t>December, 2022: On-Line Tracking Guidance</a:t>
            </a:r>
            <a:endParaRPr lang="en-US" dirty="0"/>
          </a:p>
          <a:p>
            <a:pPr algn="ctr"/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7ECC0-F4B8-40DA-BDF6-E32591317B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1846054"/>
            <a:ext cx="7924800" cy="50119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/>
              <a:t>Individually identifiable health information collected on website/mobile app that needs user login is PHI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/>
              <a:t>Unauthenticated websites  in which users can enter health information to search for doctors or symptoms of disease also regulated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/>
              <a:t>June 20, 2024 ruled unlawful, but could be changed</a:t>
            </a:r>
          </a:p>
        </p:txBody>
      </p:sp>
    </p:spTree>
    <p:extLst>
      <p:ext uri="{BB962C8B-B14F-4D97-AF65-F5344CB8AC3E}">
        <p14:creationId xmlns:p14="http://schemas.microsoft.com/office/powerpoint/2010/main" val="661592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63554-FF65-43C2-96DE-B0F79D6EE6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89" y="243192"/>
            <a:ext cx="8819835" cy="674022"/>
          </a:xfrm>
        </p:spPr>
        <p:txBody>
          <a:bodyPr/>
          <a:lstStyle/>
          <a:p>
            <a:pPr algn="ctr"/>
            <a:r>
              <a:rPr lang="en-US" sz="3000" dirty="0"/>
              <a:t>Other Protections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7ECC0-F4B8-40DA-BDF6-E32591317B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751" y="1167381"/>
            <a:ext cx="8829469" cy="50810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/>
              <a:t>FTC </a:t>
            </a:r>
            <a:endParaRPr lang="en-US" dirty="0"/>
          </a:p>
          <a:p>
            <a:pPr marL="914400" lvl="1" indent="-457200" algn="l">
              <a:buFont typeface="Courier New" panose="020B0604020202020204" pitchFamily="34" charset="0"/>
              <a:buChar char="o"/>
            </a:pPr>
            <a:r>
              <a:rPr lang="en-US" sz="2800" i="0" dirty="0"/>
              <a:t>Sep, 2021: Policy statement reaffirming breach notification rule (mobile app data)</a:t>
            </a:r>
          </a:p>
          <a:p>
            <a:pPr marL="914400" lvl="1" indent="-457200" algn="l">
              <a:buFont typeface="Courier New" panose="020B0604020202020204" pitchFamily="34" charset="0"/>
              <a:buChar char="o"/>
            </a:pPr>
            <a:r>
              <a:rPr lang="en-US" sz="2800" i="0" dirty="0"/>
              <a:t>Feb, 2023: </a:t>
            </a:r>
            <a:r>
              <a:rPr lang="en-US" sz="2600" i="0" dirty="0"/>
              <a:t>$200k fine issued to </a:t>
            </a:r>
            <a:r>
              <a:rPr lang="en-US" sz="2600" i="0" dirty="0" err="1"/>
              <a:t>GoodRx</a:t>
            </a:r>
            <a:r>
              <a:rPr lang="en-US" sz="2600" i="0" dirty="0"/>
              <a:t> </a:t>
            </a:r>
            <a:endParaRPr lang="en-US"/>
          </a:p>
          <a:p>
            <a:pPr marL="1371600" lvl="2" indent="-457200" algn="l">
              <a:buFont typeface="Wingdings" panose="020B0604020202020204" pitchFamily="34" charset="0"/>
              <a:buChar char="§"/>
            </a:pPr>
            <a:r>
              <a:rPr lang="en-US" sz="2600" i="0" dirty="0"/>
              <a:t>Shared health information w/ Facebook / Google for advertising purposes (no consent)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/>
              <a:t>Patient Device Data Bill (2024) - FDA oversight</a:t>
            </a:r>
          </a:p>
          <a:p>
            <a:pPr marL="914400" lvl="1" indent="-457200" algn="l">
              <a:buFont typeface="Courier New" panose="020B0604020202020204" pitchFamily="34" charset="0"/>
              <a:buChar char="o"/>
            </a:pPr>
            <a:r>
              <a:rPr lang="en-US" sz="2600" i="0" dirty="0"/>
              <a:t>Would cover remotely monitored medical devices</a:t>
            </a:r>
          </a:p>
          <a:p>
            <a:pPr marL="914400" lvl="1" indent="-457200" algn="l">
              <a:buFont typeface="Courier New" panose="020B0604020202020204" pitchFamily="34" charset="0"/>
              <a:buChar char="o"/>
            </a:pPr>
            <a:r>
              <a:rPr lang="en-US" sz="2600" i="0" dirty="0"/>
              <a:t>Manufacturers must disclose all data created and share w/ patients</a:t>
            </a:r>
          </a:p>
        </p:txBody>
      </p:sp>
    </p:spTree>
    <p:extLst>
      <p:ext uri="{BB962C8B-B14F-4D97-AF65-F5344CB8AC3E}">
        <p14:creationId xmlns:p14="http://schemas.microsoft.com/office/powerpoint/2010/main" val="3579854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7B84E-4E60-F7F4-3A36-645A7E6AE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B664C-51C5-8730-3759-BFC8094D6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89" y="243192"/>
            <a:ext cx="8819835" cy="674022"/>
          </a:xfrm>
        </p:spPr>
        <p:txBody>
          <a:bodyPr/>
          <a:lstStyle/>
          <a:p>
            <a:pPr algn="ctr"/>
            <a:r>
              <a:rPr lang="en-US" sz="3000" dirty="0"/>
              <a:t>Substance use confidentiality regulations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C6C385-16EC-34C7-B3CD-0D1E0E99371A}"/>
              </a:ext>
            </a:extLst>
          </p:cNvPr>
          <p:cNvSpPr txBox="1"/>
          <p:nvPr/>
        </p:nvSpPr>
        <p:spPr>
          <a:xfrm>
            <a:off x="1043126" y="2075155"/>
            <a:ext cx="7268592" cy="39949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AC6DB3-7BEE-507E-D125-57E0AA1C6ED3}"/>
              </a:ext>
            </a:extLst>
          </p:cNvPr>
          <p:cNvSpPr txBox="1"/>
          <p:nvPr/>
        </p:nvSpPr>
        <p:spPr>
          <a:xfrm>
            <a:off x="710214" y="1986378"/>
            <a:ext cx="7723572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800" dirty="0"/>
              <a:t>HHS Substance Abuse and Mental Health Services Administration in 2010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/>
              <a:t>Apply to Part 2 Programs – Federally funded SUD programs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/>
              <a:t>Require patient consent for disclosure including to other healthcare providers – 1 for all future TPO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800" dirty="0"/>
              <a:t>Exceptions: court order, non-identifiable</a:t>
            </a:r>
          </a:p>
          <a:p>
            <a:pPr marL="742950" lvl="1" indent="-285750">
              <a:buFont typeface="Courier New"/>
              <a:buChar char="o"/>
            </a:pPr>
            <a:r>
              <a:rPr lang="en-US" sz="2800" dirty="0"/>
              <a:t>Additional consent for physician notes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/>
              <a:t>Breach notifications / penalties align with HIPAA</a:t>
            </a:r>
          </a:p>
          <a:p>
            <a:pPr marL="285750" indent="-285750">
              <a:buFont typeface="Arial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54604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ABA2F-462C-49F3-4B4E-FFE2819B1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3558-D625-298A-7D3B-B02CB66D1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89" y="243192"/>
            <a:ext cx="8819835" cy="674022"/>
          </a:xfrm>
        </p:spPr>
        <p:txBody>
          <a:bodyPr/>
          <a:lstStyle/>
          <a:p>
            <a:pPr algn="ctr"/>
            <a:r>
              <a:rPr lang="en-US" sz="3000" dirty="0"/>
              <a:t>State privacy laws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BE591-F6FE-BDB6-87BD-AC4DB592DF83}"/>
              </a:ext>
            </a:extLst>
          </p:cNvPr>
          <p:cNvSpPr txBox="1"/>
          <p:nvPr/>
        </p:nvSpPr>
        <p:spPr>
          <a:xfrm>
            <a:off x="1043126" y="2075155"/>
            <a:ext cx="7268592" cy="39949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952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B5B93-3A77-8241-3A00-3DA5A8E24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2557C-AFE9-B39E-85F5-AB87AFBDA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89" y="243192"/>
            <a:ext cx="8819835" cy="674022"/>
          </a:xfrm>
        </p:spPr>
        <p:txBody>
          <a:bodyPr/>
          <a:lstStyle/>
          <a:p>
            <a:pPr algn="ctr"/>
            <a:r>
              <a:rPr lang="en-US" sz="3000" dirty="0"/>
              <a:t>Artificial Intelligence role in privacy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E40383-2082-211E-7CDB-6086F827ADB9}"/>
              </a:ext>
            </a:extLst>
          </p:cNvPr>
          <p:cNvSpPr txBox="1"/>
          <p:nvPr/>
        </p:nvSpPr>
        <p:spPr>
          <a:xfrm>
            <a:off x="1043126" y="2075155"/>
            <a:ext cx="7268592" cy="39949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77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4CC98-D623-6891-0B0B-233B89D03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4130A-0D03-8A25-E293-F4CE52A0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89" y="243192"/>
            <a:ext cx="8819835" cy="674022"/>
          </a:xfrm>
        </p:spPr>
        <p:txBody>
          <a:bodyPr/>
          <a:lstStyle/>
          <a:p>
            <a:pPr algn="ctr"/>
            <a:r>
              <a:rPr lang="en-US" sz="3000" dirty="0"/>
              <a:t>Other information</a:t>
            </a:r>
          </a:p>
        </p:txBody>
      </p:sp>
      <p:pic>
        <p:nvPicPr>
          <p:cNvPr id="4" name="Picture 3" descr="causes of healthcare security breaches 2009-2024">
            <a:extLst>
              <a:ext uri="{FF2B5EF4-FFF2-40B4-BE49-F238E27FC236}">
                <a16:creationId xmlns:a16="http://schemas.microsoft.com/office/drawing/2014/main" id="{B247BF22-5653-C4F4-B377-A137E87EB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11" y="1847411"/>
            <a:ext cx="8204000" cy="33480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431B07-CB9F-E6DD-0C3D-1CD83FEE42EF}"/>
              </a:ext>
            </a:extLst>
          </p:cNvPr>
          <p:cNvSpPr txBox="1"/>
          <p:nvPr/>
        </p:nvSpPr>
        <p:spPr>
          <a:xfrm>
            <a:off x="599243" y="5570738"/>
            <a:ext cx="590568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Source: HIPAAjournal.com (July 15, 2025)</a:t>
            </a:r>
          </a:p>
        </p:txBody>
      </p:sp>
    </p:spTree>
    <p:extLst>
      <p:ext uri="{BB962C8B-B14F-4D97-AF65-F5344CB8AC3E}">
        <p14:creationId xmlns:p14="http://schemas.microsoft.com/office/powerpoint/2010/main" val="17172635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E04B8-FBAB-06E6-3046-1BC1D4AC3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5191E-156B-DA33-480A-6F612EB22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89" y="243192"/>
            <a:ext cx="8819835" cy="674022"/>
          </a:xfrm>
        </p:spPr>
        <p:txBody>
          <a:bodyPr/>
          <a:lstStyle/>
          <a:p>
            <a:pPr algn="ctr"/>
            <a:r>
              <a:rPr lang="en-US" sz="3000" dirty="0"/>
              <a:t>Other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0F605-0803-F0A1-A6AF-B788D31D4342}"/>
              </a:ext>
            </a:extLst>
          </p:cNvPr>
          <p:cNvSpPr txBox="1"/>
          <p:nvPr/>
        </p:nvSpPr>
        <p:spPr>
          <a:xfrm>
            <a:off x="599243" y="5570738"/>
            <a:ext cx="590568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Source: HIPAAjournal.com (July 15, 2025)</a:t>
            </a:r>
          </a:p>
        </p:txBody>
      </p:sp>
      <p:pic>
        <p:nvPicPr>
          <p:cNvPr id="3" name="Picture 2" descr="Hacking incidents in healthcare 2009-2025">
            <a:extLst>
              <a:ext uri="{FF2B5EF4-FFF2-40B4-BE49-F238E27FC236}">
                <a16:creationId xmlns:a16="http://schemas.microsoft.com/office/drawing/2014/main" id="{836AB7C9-B77E-EAD2-62F6-418687EFF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461" y="1579952"/>
            <a:ext cx="7265537" cy="376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48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E86B6-E600-3518-297A-1913B8FE8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DDB46-E327-88A2-2D51-AA16A7D51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89" y="243192"/>
            <a:ext cx="8819835" cy="674022"/>
          </a:xfrm>
        </p:spPr>
        <p:txBody>
          <a:bodyPr/>
          <a:lstStyle/>
          <a:p>
            <a:pPr algn="ctr"/>
            <a:r>
              <a:rPr lang="en-US" sz="3000" dirty="0"/>
              <a:t>Other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CBCC6A-1342-2082-7F9F-569C8A3D91CB}"/>
              </a:ext>
            </a:extLst>
          </p:cNvPr>
          <p:cNvSpPr txBox="1"/>
          <p:nvPr/>
        </p:nvSpPr>
        <p:spPr>
          <a:xfrm>
            <a:off x="599243" y="5570738"/>
            <a:ext cx="590568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Source: HIPAAjournal.com (July 15, 2025)</a:t>
            </a:r>
          </a:p>
        </p:txBody>
      </p:sp>
      <p:pic>
        <p:nvPicPr>
          <p:cNvPr id="6" name="Picture 5" descr="Unauthorized access/disclosure incidents in healthcare 2009-2025">
            <a:extLst>
              <a:ext uri="{FF2B5EF4-FFF2-40B4-BE49-F238E27FC236}">
                <a16:creationId xmlns:a16="http://schemas.microsoft.com/office/drawing/2014/main" id="{1BB91E00-B539-6FB3-9880-DD4ADCAD9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31" y="1460711"/>
            <a:ext cx="7820013" cy="398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320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564C-D20C-4BFC-CB80-E8D083E40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F46D9-E7CD-EB19-84C4-078F7D448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89" y="243192"/>
            <a:ext cx="8819835" cy="674022"/>
          </a:xfrm>
        </p:spPr>
        <p:txBody>
          <a:bodyPr/>
          <a:lstStyle/>
          <a:p>
            <a:pPr algn="ctr"/>
            <a:r>
              <a:rPr lang="en-US" sz="3000" dirty="0"/>
              <a:t>Other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187B4B-8937-409B-5291-4C571BEB73A7}"/>
              </a:ext>
            </a:extLst>
          </p:cNvPr>
          <p:cNvSpPr txBox="1"/>
          <p:nvPr/>
        </p:nvSpPr>
        <p:spPr>
          <a:xfrm>
            <a:off x="599243" y="5570738"/>
            <a:ext cx="590568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Source: HIPAAjournal.com (July 15, 2025)</a:t>
            </a:r>
          </a:p>
        </p:txBody>
      </p:sp>
      <p:pic>
        <p:nvPicPr>
          <p:cNvPr id="3" name="Picture 2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A6396F87-3782-5D36-41DE-7680299BC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85975"/>
            <a:ext cx="762000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268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3DD25-D1E1-C7B4-2363-2BE514F86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3A611-EFAB-7EBD-ECE6-E16024C91C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89" y="243192"/>
            <a:ext cx="8819835" cy="674022"/>
          </a:xfrm>
        </p:spPr>
        <p:txBody>
          <a:bodyPr/>
          <a:lstStyle/>
          <a:p>
            <a:pPr algn="ctr"/>
            <a:r>
              <a:rPr lang="en-US" sz="3000" dirty="0"/>
              <a:t>Other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3D48D1-4F1D-9FD4-B771-3BE6C684E386}"/>
              </a:ext>
            </a:extLst>
          </p:cNvPr>
          <p:cNvSpPr txBox="1"/>
          <p:nvPr/>
        </p:nvSpPr>
        <p:spPr>
          <a:xfrm>
            <a:off x="599243" y="5570738"/>
            <a:ext cx="590568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Source: HIPAAjournal.com (July 15, 2025)</a:t>
            </a:r>
          </a:p>
        </p:txBody>
      </p:sp>
      <p:pic>
        <p:nvPicPr>
          <p:cNvPr id="4" name="Picture 3" descr="Loss and theft incidents in healthcare 2009-2025">
            <a:extLst>
              <a:ext uri="{FF2B5EF4-FFF2-40B4-BE49-F238E27FC236}">
                <a16:creationId xmlns:a16="http://schemas.microsoft.com/office/drawing/2014/main" id="{C386B46A-E3D7-6946-EDA6-87905782F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367" y="1713629"/>
            <a:ext cx="7440635" cy="3712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001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E3650-A76D-E56B-0A4D-B98CA2AE4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CAE9B-0DFF-1CD4-021E-DBF852874F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89" y="243192"/>
            <a:ext cx="8819835" cy="674022"/>
          </a:xfrm>
        </p:spPr>
        <p:txBody>
          <a:bodyPr/>
          <a:lstStyle/>
          <a:p>
            <a:pPr algn="ctr"/>
            <a:r>
              <a:rPr lang="en-US" sz="3000" dirty="0"/>
              <a:t>Other information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22D8D7-507B-F157-591B-79BE6E29E140}"/>
              </a:ext>
            </a:extLst>
          </p:cNvPr>
          <p:cNvSpPr txBox="1"/>
          <p:nvPr/>
        </p:nvSpPr>
        <p:spPr>
          <a:xfrm>
            <a:off x="599243" y="5570738"/>
            <a:ext cx="590568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Source: HIPAAjournal.com (July 15, 2025)</a:t>
            </a:r>
          </a:p>
        </p:txBody>
      </p:sp>
      <p:pic>
        <p:nvPicPr>
          <p:cNvPr id="3" name="Picture 2" descr="Data breaches at HIPAA-regulated entities 2009-2024">
            <a:extLst>
              <a:ext uri="{FF2B5EF4-FFF2-40B4-BE49-F238E27FC236}">
                <a16:creationId xmlns:a16="http://schemas.microsoft.com/office/drawing/2014/main" id="{51218C11-20C7-F9A4-326F-EC75E5EDA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56" y="2031417"/>
            <a:ext cx="8272093" cy="283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069250"/>
      </p:ext>
    </p:extLst>
  </p:cSld>
  <p:clrMapOvr>
    <a:masterClrMapping/>
  </p:clrMapOvr>
</p:sld>
</file>

<file path=ppt/theme/theme1.xml><?xml version="1.0" encoding="utf-8"?>
<a:theme xmlns:a="http://schemas.openxmlformats.org/drawingml/2006/main" name="Tradeshow">
  <a:themeElements>
    <a:clrScheme name="Tradeshow">
      <a:dk1>
        <a:srgbClr val="3F3F3F"/>
      </a:dk1>
      <a:lt1>
        <a:srgbClr val="FFFFFF"/>
      </a:lt1>
      <a:dk2>
        <a:srgbClr val="7DAFC3"/>
      </a:dk2>
      <a:lt2>
        <a:srgbClr val="E5E4DF"/>
      </a:lt2>
      <a:accent1>
        <a:srgbClr val="7C959A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79A4"/>
      </a:hlink>
      <a:folHlink>
        <a:srgbClr val="595959"/>
      </a:folHlink>
    </a:clrScheme>
    <a:fontScheme name="Tradeshow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宋体"/>
        <a:font script="Hant" typeface="新細明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Ｐゴシック"/>
        <a:font script="Hang" typeface="HY견명조"/>
        <a:font script="Hans" typeface="华文楷体"/>
        <a:font script="Hant" typeface="新細明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Tradeshow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300000"/>
              </a:schemeClr>
            </a:gs>
            <a:gs pos="35000">
              <a:schemeClr val="phClr">
                <a:tint val="45000"/>
                <a:satMod val="300000"/>
              </a:schemeClr>
            </a:gs>
            <a:gs pos="69000">
              <a:schemeClr val="phClr">
                <a:tint val="45000"/>
                <a:satMod val="350000"/>
              </a:schemeClr>
            </a:gs>
            <a:gs pos="100000">
              <a:schemeClr val="phClr">
                <a:tint val="60000"/>
                <a:satMod val="350000"/>
              </a:schemeClr>
            </a:gs>
          </a:gsLst>
          <a:path path="circle">
            <a:fillToRect l="50000" t="50000" r="100000" b="100000"/>
          </a:path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38475" cap="flat" cmpd="sng" algn="ctr">
          <a:solidFill>
            <a:schemeClr val="phClr"/>
          </a:solidFill>
          <a:prstDash val="solid"/>
        </a:ln>
        <a:ln w="548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4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>
              <a:rot lat="0" lon="0" rev="3600000"/>
            </a:lightRig>
          </a:scene3d>
          <a:sp3d contourW="31750" prstMaterial="flat">
            <a:bevelT w="127000" h="254000" prst="angle"/>
            <a:contourClr>
              <a:schemeClr val="phClr">
                <a:shade val="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20000">
              <a:schemeClr val="phClr">
                <a:tint val="80000"/>
                <a:lumMod val="100000"/>
              </a:schemeClr>
            </a:gs>
            <a:gs pos="100000">
              <a:schemeClr val="phClr">
                <a:tint val="100000"/>
                <a:lumMod val="80000"/>
              </a:schemeClr>
            </a:gs>
          </a:gsLst>
          <a:path path="circle">
            <a:fillToRect l="50000" t="20000" r="100000" b="100000"/>
          </a:path>
        </a:gradFill>
        <a:gradFill rotWithShape="1">
          <a:gsLst>
            <a:gs pos="0">
              <a:schemeClr val="phClr">
                <a:tint val="100000"/>
                <a:lumMod val="100000"/>
              </a:schemeClr>
            </a:gs>
            <a:gs pos="100000">
              <a:schemeClr val="phClr">
                <a:shade val="100000"/>
                <a:lumMod val="60000"/>
              </a:schemeClr>
            </a:gs>
          </a:gsLst>
          <a:path path="circle">
            <a:fillToRect l="50000" t="2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Tradeshow</Template>
  <TotalTime>710</TotalTime>
  <Words>735</Words>
  <Application>Microsoft Office PowerPoint</Application>
  <PresentationFormat>On-screen Show (4:3)</PresentationFormat>
  <Paragraphs>46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Tradeshow</vt:lpstr>
      <vt:lpstr>Other Privacy &amp; Security topics</vt:lpstr>
      <vt:lpstr>Presentations</vt:lpstr>
      <vt:lpstr>Other Privacy/security protections</vt:lpstr>
      <vt:lpstr>Other Privacy/security protections</vt:lpstr>
      <vt:lpstr>Telemedicine During Covid</vt:lpstr>
      <vt:lpstr>First Responders, Covid-19 and HIPAA</vt:lpstr>
      <vt:lpstr>community-based testing sites</vt:lpstr>
      <vt:lpstr>OCR guidance on restrictions on media access to PHI</vt:lpstr>
      <vt:lpstr>OCR Guidance on contacting former covid patients about blood/plasma donations</vt:lpstr>
      <vt:lpstr>Cares act passed on 3/27/2020 </vt:lpstr>
      <vt:lpstr>December, 2022: On-Line Tracking Guidance </vt:lpstr>
      <vt:lpstr>Other Protections</vt:lpstr>
      <vt:lpstr>Substance use confidentiality regulations</vt:lpstr>
      <vt:lpstr>State privacy laws</vt:lpstr>
      <vt:lpstr>Artificial Intelligence role in privacy</vt:lpstr>
      <vt:lpstr>Other information</vt:lpstr>
      <vt:lpstr>Other information</vt:lpstr>
      <vt:lpstr>Other information</vt:lpstr>
      <vt:lpstr>Other information</vt:lpstr>
      <vt:lpstr>Other information</vt:lpstr>
      <vt:lpstr>Other information</vt:lpstr>
    </vt:vector>
  </TitlesOfParts>
  <Company>Stony Brook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Special  Privacy &amp;  Security  topics</dc:title>
  <dc:creator>SMUSSO</dc:creator>
  <cp:lastModifiedBy>Blake Benz</cp:lastModifiedBy>
  <cp:revision>518</cp:revision>
  <dcterms:created xsi:type="dcterms:W3CDTF">2014-11-08T20:05:18Z</dcterms:created>
  <dcterms:modified xsi:type="dcterms:W3CDTF">2025-08-06T21:53:02Z</dcterms:modified>
</cp:coreProperties>
</file>