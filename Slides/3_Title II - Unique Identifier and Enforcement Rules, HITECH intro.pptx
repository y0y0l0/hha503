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7"/>
  </p:notesMasterIdLst>
  <p:sldIdLst>
    <p:sldId id="376" r:id="rId2"/>
    <p:sldId id="314" r:id="rId3"/>
    <p:sldId id="373" r:id="rId4"/>
    <p:sldId id="308" r:id="rId5"/>
    <p:sldId id="309" r:id="rId6"/>
    <p:sldId id="310" r:id="rId7"/>
    <p:sldId id="311" r:id="rId8"/>
    <p:sldId id="384" r:id="rId9"/>
    <p:sldId id="258" r:id="rId10"/>
    <p:sldId id="259" r:id="rId11"/>
    <p:sldId id="313" r:id="rId12"/>
    <p:sldId id="260" r:id="rId13"/>
    <p:sldId id="261" r:id="rId14"/>
    <p:sldId id="262" r:id="rId15"/>
    <p:sldId id="312" r:id="rId16"/>
    <p:sldId id="385" r:id="rId17"/>
    <p:sldId id="256" r:id="rId18"/>
    <p:sldId id="330" r:id="rId19"/>
    <p:sldId id="374" r:id="rId20"/>
    <p:sldId id="320" r:id="rId21"/>
    <p:sldId id="379" r:id="rId22"/>
    <p:sldId id="263" r:id="rId23"/>
    <p:sldId id="324" r:id="rId24"/>
    <p:sldId id="380" r:id="rId25"/>
    <p:sldId id="32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AC0F0F-D188-DE1B-3283-3F9BBD682809}" v="507" dt="2025-07-21T21:47:01.7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88427" autoAdjust="0"/>
  </p:normalViewPr>
  <p:slideViewPr>
    <p:cSldViewPr snapToGrid="0">
      <p:cViewPr varScale="1">
        <p:scale>
          <a:sx n="73" d="100"/>
          <a:sy n="73" d="100"/>
        </p:scale>
        <p:origin x="107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ake Benz" userId="8a97c15f36056bdc" providerId="Windows Live" clId="Web-{D698C8CA-1399-4276-8C3D-34170B53FEAF}"/>
    <pc:docChg chg="modSld">
      <pc:chgData name="Blake Benz" userId="8a97c15f36056bdc" providerId="Windows Live" clId="Web-{D698C8CA-1399-4276-8C3D-34170B53FEAF}" dt="2024-07-22T22:53:52.514" v="33" actId="20577"/>
      <pc:docMkLst>
        <pc:docMk/>
      </pc:docMkLst>
      <pc:sldChg chg="modSp">
        <pc:chgData name="Blake Benz" userId="8a97c15f36056bdc" providerId="Windows Live" clId="Web-{D698C8CA-1399-4276-8C3D-34170B53FEAF}" dt="2024-07-22T22:53:52.514" v="33" actId="20577"/>
        <pc:sldMkLst>
          <pc:docMk/>
          <pc:sldMk cId="3905356388" sldId="383"/>
        </pc:sldMkLst>
      </pc:sldChg>
    </pc:docChg>
  </pc:docChgLst>
  <pc:docChgLst>
    <pc:chgData name="Blake Benz" userId="8a97c15f36056bdc" providerId="Windows Live" clId="Web-{91309287-89B5-8975-F53B-C33F290BF9AF}"/>
    <pc:docChg chg="sldOrd">
      <pc:chgData name="Blake Benz" userId="8a97c15f36056bdc" providerId="Windows Live" clId="Web-{91309287-89B5-8975-F53B-C33F290BF9AF}" dt="2025-07-10T01:10:03.010" v="0"/>
      <pc:docMkLst>
        <pc:docMk/>
      </pc:docMkLst>
      <pc:sldChg chg="ord">
        <pc:chgData name="Blake Benz" userId="8a97c15f36056bdc" providerId="Windows Live" clId="Web-{91309287-89B5-8975-F53B-C33F290BF9AF}" dt="2025-07-10T01:10:03.010" v="0"/>
        <pc:sldMkLst>
          <pc:docMk/>
          <pc:sldMk cId="4077085575" sldId="375"/>
        </pc:sldMkLst>
      </pc:sldChg>
    </pc:docChg>
  </pc:docChgLst>
  <pc:docChgLst>
    <pc:chgData name="Blake Benz" userId="8a97c15f36056bdc" providerId="Windows Live" clId="Web-{2A050D4E-98D2-4926-BF03-E752D63AD40D}"/>
    <pc:docChg chg="addSld delSld modSld sldOrd">
      <pc:chgData name="Blake Benz" userId="8a97c15f36056bdc" providerId="Windows Live" clId="Web-{2A050D4E-98D2-4926-BF03-E752D63AD40D}" dt="2024-07-22T21:05:50.695" v="49"/>
      <pc:docMkLst>
        <pc:docMk/>
      </pc:docMkLst>
      <pc:sldChg chg="del">
        <pc:chgData name="Blake Benz" userId="8a97c15f36056bdc" providerId="Windows Live" clId="Web-{2A050D4E-98D2-4926-BF03-E752D63AD40D}" dt="2024-07-22T19:53:41.040" v="1"/>
        <pc:sldMkLst>
          <pc:docMk/>
          <pc:sldMk cId="3606013745" sldId="323"/>
        </pc:sldMkLst>
      </pc:sldChg>
      <pc:sldChg chg="add del replId">
        <pc:chgData name="Blake Benz" userId="8a97c15f36056bdc" providerId="Windows Live" clId="Web-{2A050D4E-98D2-4926-BF03-E752D63AD40D}" dt="2024-07-22T21:05:50.695" v="49"/>
        <pc:sldMkLst>
          <pc:docMk/>
          <pc:sldMk cId="2624796461" sldId="382"/>
        </pc:sldMkLst>
      </pc:sldChg>
      <pc:sldChg chg="modSp add ord replId">
        <pc:chgData name="Blake Benz" userId="8a97c15f36056bdc" providerId="Windows Live" clId="Web-{2A050D4E-98D2-4926-BF03-E752D63AD40D}" dt="2024-07-22T21:03:30.412" v="48" actId="20577"/>
        <pc:sldMkLst>
          <pc:docMk/>
          <pc:sldMk cId="3905356388" sldId="383"/>
        </pc:sldMkLst>
      </pc:sldChg>
    </pc:docChg>
  </pc:docChgLst>
  <pc:docChgLst>
    <pc:chgData name="Blake Benz" userId="8a97c15f36056bdc" providerId="Windows Live" clId="Web-{58ECBD66-B15C-44DE-A394-6485596BD761}"/>
    <pc:docChg chg="sldOrd">
      <pc:chgData name="Blake Benz" userId="8a97c15f36056bdc" providerId="Windows Live" clId="Web-{58ECBD66-B15C-44DE-A394-6485596BD761}" dt="2024-07-17T21:59:56.828" v="0"/>
      <pc:docMkLst>
        <pc:docMk/>
      </pc:docMkLst>
      <pc:sldChg chg="ord">
        <pc:chgData name="Blake Benz" userId="8a97c15f36056bdc" providerId="Windows Live" clId="Web-{58ECBD66-B15C-44DE-A394-6485596BD761}" dt="2024-07-17T21:59:56.828" v="0"/>
        <pc:sldMkLst>
          <pc:docMk/>
          <pc:sldMk cId="3507947491" sldId="256"/>
        </pc:sldMkLst>
      </pc:sldChg>
    </pc:docChg>
  </pc:docChgLst>
  <pc:docChgLst>
    <pc:chgData name="Blake Benz" userId="8a97c15f36056bdc" providerId="LiveId" clId="{22F83B4D-D3A8-4A1B-BFC0-ED4B544D8653}"/>
    <pc:docChg chg="modSld">
      <pc:chgData name="Blake Benz" userId="8a97c15f36056bdc" providerId="LiveId" clId="{22F83B4D-D3A8-4A1B-BFC0-ED4B544D8653}" dt="2024-11-01T19:24:08.106" v="1" actId="20577"/>
      <pc:docMkLst>
        <pc:docMk/>
      </pc:docMkLst>
      <pc:sldChg chg="modSp mod">
        <pc:chgData name="Blake Benz" userId="8a97c15f36056bdc" providerId="LiveId" clId="{22F83B4D-D3A8-4A1B-BFC0-ED4B544D8653}" dt="2024-11-01T19:19:51.172" v="0" actId="1076"/>
        <pc:sldMkLst>
          <pc:docMk/>
          <pc:sldMk cId="3507947491" sldId="256"/>
        </pc:sldMkLst>
      </pc:sldChg>
      <pc:sldChg chg="modSp mod">
        <pc:chgData name="Blake Benz" userId="8a97c15f36056bdc" providerId="LiveId" clId="{22F83B4D-D3A8-4A1B-BFC0-ED4B544D8653}" dt="2024-11-01T19:24:08.106" v="1" actId="20577"/>
        <pc:sldMkLst>
          <pc:docMk/>
          <pc:sldMk cId="3776350147" sldId="374"/>
        </pc:sldMkLst>
      </pc:sldChg>
    </pc:docChg>
  </pc:docChgLst>
  <pc:docChgLst>
    <pc:chgData name="Blake Benz" userId="8a97c15f36056bdc" providerId="Windows Live" clId="Web-{AC78AA65-1F00-415A-AE14-48B59C78BCF5}"/>
    <pc:docChg chg="addSld modSld sldOrd">
      <pc:chgData name="Blake Benz" userId="8a97c15f36056bdc" providerId="Windows Live" clId="Web-{AC78AA65-1F00-415A-AE14-48B59C78BCF5}" dt="2024-06-18T20:15:10.780" v="311" actId="1076"/>
      <pc:docMkLst>
        <pc:docMk/>
      </pc:docMkLst>
      <pc:sldChg chg="modSp">
        <pc:chgData name="Blake Benz" userId="8a97c15f36056bdc" providerId="Windows Live" clId="Web-{AC78AA65-1F00-415A-AE14-48B59C78BCF5}" dt="2024-06-18T19:44:06.835" v="49" actId="20577"/>
        <pc:sldMkLst>
          <pc:docMk/>
          <pc:sldMk cId="633552438" sldId="259"/>
        </pc:sldMkLst>
      </pc:sldChg>
      <pc:sldChg chg="modSp">
        <pc:chgData name="Blake Benz" userId="8a97c15f36056bdc" providerId="Windows Live" clId="Web-{AC78AA65-1F00-415A-AE14-48B59C78BCF5}" dt="2024-06-18T19:43:56.897" v="47" actId="1076"/>
        <pc:sldMkLst>
          <pc:docMk/>
          <pc:sldMk cId="4150203676" sldId="260"/>
        </pc:sldMkLst>
      </pc:sldChg>
      <pc:sldChg chg="modSp">
        <pc:chgData name="Blake Benz" userId="8a97c15f36056bdc" providerId="Windows Live" clId="Web-{AC78AA65-1F00-415A-AE14-48B59C78BCF5}" dt="2024-06-18T19:44:39.694" v="53" actId="14100"/>
        <pc:sldMkLst>
          <pc:docMk/>
          <pc:sldMk cId="548239292" sldId="261"/>
        </pc:sldMkLst>
      </pc:sldChg>
      <pc:sldChg chg="modSp">
        <pc:chgData name="Blake Benz" userId="8a97c15f36056bdc" providerId="Windows Live" clId="Web-{AC78AA65-1F00-415A-AE14-48B59C78BCF5}" dt="2024-06-18T19:45:29.038" v="63" actId="1076"/>
        <pc:sldMkLst>
          <pc:docMk/>
          <pc:sldMk cId="2002902593" sldId="262"/>
        </pc:sldMkLst>
      </pc:sldChg>
      <pc:sldChg chg="modSp">
        <pc:chgData name="Blake Benz" userId="8a97c15f36056bdc" providerId="Windows Live" clId="Web-{AC78AA65-1F00-415A-AE14-48B59C78BCF5}" dt="2024-06-18T20:14:19.640" v="299" actId="1076"/>
        <pc:sldMkLst>
          <pc:docMk/>
          <pc:sldMk cId="3324819492" sldId="309"/>
        </pc:sldMkLst>
      </pc:sldChg>
      <pc:sldChg chg="addSp delSp modSp">
        <pc:chgData name="Blake Benz" userId="8a97c15f36056bdc" providerId="Windows Live" clId="Web-{AC78AA65-1F00-415A-AE14-48B59C78BCF5}" dt="2024-06-18T20:13:53.296" v="293" actId="20577"/>
        <pc:sldMkLst>
          <pc:docMk/>
          <pc:sldMk cId="790142764" sldId="310"/>
        </pc:sldMkLst>
      </pc:sldChg>
      <pc:sldChg chg="modSp ord">
        <pc:chgData name="Blake Benz" userId="8a97c15f36056bdc" providerId="Windows Live" clId="Web-{AC78AA65-1F00-415A-AE14-48B59C78BCF5}" dt="2024-06-18T20:15:10.780" v="311" actId="1076"/>
        <pc:sldMkLst>
          <pc:docMk/>
          <pc:sldMk cId="1229336662" sldId="312"/>
        </pc:sldMkLst>
      </pc:sldChg>
      <pc:sldChg chg="addSp delSp modSp">
        <pc:chgData name="Blake Benz" userId="8a97c15f36056bdc" providerId="Windows Live" clId="Web-{AC78AA65-1F00-415A-AE14-48B59C78BCF5}" dt="2024-06-18T19:26:45.252" v="43" actId="1076"/>
        <pc:sldMkLst>
          <pc:docMk/>
          <pc:sldMk cId="2557154644" sldId="313"/>
        </pc:sldMkLst>
      </pc:sldChg>
      <pc:sldChg chg="modSp ord">
        <pc:chgData name="Blake Benz" userId="8a97c15f36056bdc" providerId="Windows Live" clId="Web-{AC78AA65-1F00-415A-AE14-48B59C78BCF5}" dt="2024-06-18T19:16:13.578" v="9" actId="20577"/>
        <pc:sldMkLst>
          <pc:docMk/>
          <pc:sldMk cId="3048600890" sldId="373"/>
        </pc:sldMkLst>
      </pc:sldChg>
      <pc:sldChg chg="modSp add replId">
        <pc:chgData name="Blake Benz" userId="8a97c15f36056bdc" providerId="Windows Live" clId="Web-{AC78AA65-1F00-415A-AE14-48B59C78BCF5}" dt="2024-06-18T19:27:09.721" v="45" actId="20577"/>
        <pc:sldMkLst>
          <pc:docMk/>
          <pc:sldMk cId="4077085575" sldId="375"/>
        </pc:sldMkLst>
      </pc:sldChg>
    </pc:docChg>
  </pc:docChgLst>
  <pc:docChgLst>
    <pc:chgData name="Blake Benz" userId="8a97c15f36056bdc" providerId="Windows Live" clId="Web-{EACE44B7-1913-0652-90A2-E077EBBF543D}"/>
    <pc:docChg chg="addSld delSld modSld">
      <pc:chgData name="Blake Benz" userId="8a97c15f36056bdc" providerId="Windows Live" clId="Web-{EACE44B7-1913-0652-90A2-E077EBBF543D}" dt="2025-05-23T19:36:10.484" v="11"/>
      <pc:docMkLst>
        <pc:docMk/>
      </pc:docMkLst>
      <pc:sldChg chg="modSp add del">
        <pc:chgData name="Blake Benz" userId="8a97c15f36056bdc" providerId="Windows Live" clId="Web-{EACE44B7-1913-0652-90A2-E077EBBF543D}" dt="2025-05-23T19:35:48.249" v="10" actId="20577"/>
        <pc:sldMkLst>
          <pc:docMk/>
          <pc:sldMk cId="1166365756" sldId="377"/>
        </pc:sldMkLst>
      </pc:sldChg>
      <pc:sldChg chg="del">
        <pc:chgData name="Blake Benz" userId="8a97c15f36056bdc" providerId="Windows Live" clId="Web-{EACE44B7-1913-0652-90A2-E077EBBF543D}" dt="2025-05-23T19:36:10.484" v="11"/>
        <pc:sldMkLst>
          <pc:docMk/>
          <pc:sldMk cId="740189072" sldId="378"/>
        </pc:sldMkLst>
      </pc:sldChg>
    </pc:docChg>
  </pc:docChgLst>
  <pc:docChgLst>
    <pc:chgData name="Blake Benz" userId="8a97c15f36056bdc" providerId="Windows Live" clId="Web-{F51A3596-5E54-4733-8A9B-128D4E11D141}"/>
    <pc:docChg chg="addSld delSld modSld">
      <pc:chgData name="Blake Benz" userId="8a97c15f36056bdc" providerId="Windows Live" clId="Web-{F51A3596-5E54-4733-8A9B-128D4E11D141}" dt="2024-06-19T17:08:35.835" v="101" actId="20577"/>
      <pc:docMkLst>
        <pc:docMk/>
      </pc:docMkLst>
      <pc:sldChg chg="delSp modSp del">
        <pc:chgData name="Blake Benz" userId="8a97c15f36056bdc" providerId="Windows Live" clId="Web-{F51A3596-5E54-4733-8A9B-128D4E11D141}" dt="2024-06-19T16:59:16.844" v="66" actId="20577"/>
        <pc:sldMkLst>
          <pc:docMk/>
          <pc:sldMk cId="3507947491" sldId="256"/>
        </pc:sldMkLst>
      </pc:sldChg>
      <pc:sldChg chg="del">
        <pc:chgData name="Blake Benz" userId="8a97c15f36056bdc" providerId="Windows Live" clId="Web-{F51A3596-5E54-4733-8A9B-128D4E11D141}" dt="2024-06-19T16:59:23.719" v="67"/>
        <pc:sldMkLst>
          <pc:docMk/>
          <pc:sldMk cId="405264140" sldId="257"/>
        </pc:sldMkLst>
      </pc:sldChg>
      <pc:sldChg chg="modSp">
        <pc:chgData name="Blake Benz" userId="8a97c15f36056bdc" providerId="Windows Live" clId="Web-{F51A3596-5E54-4733-8A9B-128D4E11D141}" dt="2024-06-19T16:57:08.186" v="53" actId="20577"/>
        <pc:sldMkLst>
          <pc:docMk/>
          <pc:sldMk cId="2830719563" sldId="258"/>
        </pc:sldMkLst>
      </pc:sldChg>
      <pc:sldChg chg="modSp">
        <pc:chgData name="Blake Benz" userId="8a97c15f36056bdc" providerId="Windows Live" clId="Web-{F51A3596-5E54-4733-8A9B-128D4E11D141}" dt="2024-06-19T17:07:15.928" v="87" actId="20577"/>
        <pc:sldMkLst>
          <pc:docMk/>
          <pc:sldMk cId="437878323" sldId="263"/>
        </pc:sldMkLst>
      </pc:sldChg>
      <pc:sldChg chg="del">
        <pc:chgData name="Blake Benz" userId="8a97c15f36056bdc" providerId="Windows Live" clId="Web-{F51A3596-5E54-4733-8A9B-128D4E11D141}" dt="2024-06-19T16:57:43.624" v="54"/>
        <pc:sldMkLst>
          <pc:docMk/>
          <pc:sldMk cId="2047293809" sldId="264"/>
        </pc:sldMkLst>
      </pc:sldChg>
      <pc:sldChg chg="modSp">
        <pc:chgData name="Blake Benz" userId="8a97c15f36056bdc" providerId="Windows Live" clId="Web-{F51A3596-5E54-4733-8A9B-128D4E11D141}" dt="2024-06-19T16:55:45.482" v="38" actId="20577"/>
        <pc:sldMkLst>
          <pc:docMk/>
          <pc:sldMk cId="3295068999" sldId="308"/>
        </pc:sldMkLst>
      </pc:sldChg>
      <pc:sldChg chg="modSp">
        <pc:chgData name="Blake Benz" userId="8a97c15f36056bdc" providerId="Windows Live" clId="Web-{F51A3596-5E54-4733-8A9B-128D4E11D141}" dt="2024-06-19T16:56:11.014" v="41" actId="14100"/>
        <pc:sldMkLst>
          <pc:docMk/>
          <pc:sldMk cId="3324819492" sldId="309"/>
        </pc:sldMkLst>
      </pc:sldChg>
      <pc:sldChg chg="modSp">
        <pc:chgData name="Blake Benz" userId="8a97c15f36056bdc" providerId="Windows Live" clId="Web-{F51A3596-5E54-4733-8A9B-128D4E11D141}" dt="2024-06-19T16:56:37.030" v="46" actId="1076"/>
        <pc:sldMkLst>
          <pc:docMk/>
          <pc:sldMk cId="790142764" sldId="310"/>
        </pc:sldMkLst>
      </pc:sldChg>
      <pc:sldChg chg="modSp">
        <pc:chgData name="Blake Benz" userId="8a97c15f36056bdc" providerId="Windows Live" clId="Web-{F51A3596-5E54-4733-8A9B-128D4E11D141}" dt="2024-06-19T16:55:00.591" v="33" actId="1076"/>
        <pc:sldMkLst>
          <pc:docMk/>
          <pc:sldMk cId="549849868" sldId="314"/>
        </pc:sldMkLst>
      </pc:sldChg>
      <pc:sldChg chg="modSp">
        <pc:chgData name="Blake Benz" userId="8a97c15f36056bdc" providerId="Windows Live" clId="Web-{F51A3596-5E54-4733-8A9B-128D4E11D141}" dt="2024-06-19T16:59:56.157" v="74" actId="1076"/>
        <pc:sldMkLst>
          <pc:docMk/>
          <pc:sldMk cId="696903599" sldId="320"/>
        </pc:sldMkLst>
      </pc:sldChg>
      <pc:sldChg chg="modSp">
        <pc:chgData name="Blake Benz" userId="8a97c15f36056bdc" providerId="Windows Live" clId="Web-{F51A3596-5E54-4733-8A9B-128D4E11D141}" dt="2024-06-19T17:00:33.532" v="83" actId="14100"/>
        <pc:sldMkLst>
          <pc:docMk/>
          <pc:sldMk cId="3606013745" sldId="323"/>
        </pc:sldMkLst>
      </pc:sldChg>
      <pc:sldChg chg="modSp">
        <pc:chgData name="Blake Benz" userId="8a97c15f36056bdc" providerId="Windows Live" clId="Web-{F51A3596-5E54-4733-8A9B-128D4E11D141}" dt="2024-06-19T17:08:08.506" v="99" actId="20577"/>
        <pc:sldMkLst>
          <pc:docMk/>
          <pc:sldMk cId="4131468052" sldId="324"/>
        </pc:sldMkLst>
      </pc:sldChg>
      <pc:sldChg chg="modSp">
        <pc:chgData name="Blake Benz" userId="8a97c15f36056bdc" providerId="Windows Live" clId="Web-{F51A3596-5E54-4733-8A9B-128D4E11D141}" dt="2024-06-19T17:08:35.835" v="101" actId="20577"/>
        <pc:sldMkLst>
          <pc:docMk/>
          <pc:sldMk cId="883433766" sldId="325"/>
        </pc:sldMkLst>
      </pc:sldChg>
      <pc:sldChg chg="modSp">
        <pc:chgData name="Blake Benz" userId="8a97c15f36056bdc" providerId="Windows Live" clId="Web-{F51A3596-5E54-4733-8A9B-128D4E11D141}" dt="2024-06-19T16:58:57.641" v="63" actId="14100"/>
        <pc:sldMkLst>
          <pc:docMk/>
          <pc:sldMk cId="608593255" sldId="330"/>
        </pc:sldMkLst>
      </pc:sldChg>
      <pc:sldChg chg="modSp">
        <pc:chgData name="Blake Benz" userId="8a97c15f36056bdc" providerId="Windows Live" clId="Web-{F51A3596-5E54-4733-8A9B-128D4E11D141}" dt="2024-06-19T16:55:22.513" v="36" actId="1076"/>
        <pc:sldMkLst>
          <pc:docMk/>
          <pc:sldMk cId="3048600890" sldId="373"/>
        </pc:sldMkLst>
      </pc:sldChg>
      <pc:sldChg chg="addSp delSp modSp">
        <pc:chgData name="Blake Benz" userId="8a97c15f36056bdc" providerId="Windows Live" clId="Web-{F51A3596-5E54-4733-8A9B-128D4E11D141}" dt="2024-06-19T16:31:44.668" v="12" actId="1076"/>
        <pc:sldMkLst>
          <pc:docMk/>
          <pc:sldMk cId="4077085575" sldId="375"/>
        </pc:sldMkLst>
      </pc:sldChg>
      <pc:sldChg chg="add replId">
        <pc:chgData name="Blake Benz" userId="8a97c15f36056bdc" providerId="Windows Live" clId="Web-{F51A3596-5E54-4733-8A9B-128D4E11D141}" dt="2024-06-19T16:16:56.580" v="0"/>
        <pc:sldMkLst>
          <pc:docMk/>
          <pc:sldMk cId="94266491" sldId="376"/>
        </pc:sldMkLst>
      </pc:sldChg>
      <pc:sldChg chg="addSp modSp add replId">
        <pc:chgData name="Blake Benz" userId="8a97c15f36056bdc" providerId="Windows Live" clId="Web-{F51A3596-5E54-4733-8A9B-128D4E11D141}" dt="2024-06-19T16:43:54.880" v="23" actId="1076"/>
        <pc:sldMkLst>
          <pc:docMk/>
          <pc:sldMk cId="1166365756" sldId="377"/>
        </pc:sldMkLst>
      </pc:sldChg>
    </pc:docChg>
  </pc:docChgLst>
  <pc:docChgLst>
    <pc:chgData name="Blake Benz" userId="8a97c15f36056bdc" providerId="Windows Live" clId="Web-{99A35645-558F-490F-84E7-84388FB10BF0}"/>
    <pc:docChg chg="modSld">
      <pc:chgData name="Blake Benz" userId="8a97c15f36056bdc" providerId="Windows Live" clId="Web-{99A35645-558F-490F-84E7-84388FB10BF0}" dt="2024-06-17T21:31:24.977" v="112" actId="1076"/>
      <pc:docMkLst>
        <pc:docMk/>
      </pc:docMkLst>
      <pc:sldChg chg="addSp delSp modSp">
        <pc:chgData name="Blake Benz" userId="8a97c15f36056bdc" providerId="Windows Live" clId="Web-{99A35645-558F-490F-84E7-84388FB10BF0}" dt="2024-06-17T21:31:24.977" v="112" actId="1076"/>
        <pc:sldMkLst>
          <pc:docMk/>
          <pc:sldMk cId="1229336662" sldId="312"/>
        </pc:sldMkLst>
      </pc:sldChg>
    </pc:docChg>
  </pc:docChgLst>
  <pc:docChgLst>
    <pc:chgData name="Blake Benz" userId="8a97c15f36056bdc" providerId="Windows Live" clId="Web-{CBAC0F0F-D188-DE1B-3283-3F9BBD682809}"/>
    <pc:docChg chg="addSld delSld modSld sldOrd">
      <pc:chgData name="Blake Benz" userId="8a97c15f36056bdc" providerId="Windows Live" clId="Web-{CBAC0F0F-D188-DE1B-3283-3F9BBD682809}" dt="2025-07-21T21:47:01.722" v="448"/>
      <pc:docMkLst>
        <pc:docMk/>
      </pc:docMkLst>
      <pc:sldChg chg="mod modShow">
        <pc:chgData name="Blake Benz" userId="8a97c15f36056bdc" providerId="Windows Live" clId="Web-{CBAC0F0F-D188-DE1B-3283-3F9BBD682809}" dt="2025-07-21T21:15:48.041" v="104"/>
        <pc:sldMkLst>
          <pc:docMk/>
          <pc:sldMk cId="2002902593" sldId="262"/>
        </pc:sldMkLst>
      </pc:sldChg>
      <pc:sldChg chg="addSp delSp modSp">
        <pc:chgData name="Blake Benz" userId="8a97c15f36056bdc" providerId="Windows Live" clId="Web-{CBAC0F0F-D188-DE1B-3283-3F9BBD682809}" dt="2025-07-21T21:24:32.477" v="428"/>
        <pc:sldMkLst>
          <pc:docMk/>
          <pc:sldMk cId="1229336662" sldId="312"/>
        </pc:sldMkLst>
        <pc:spChg chg="mod">
          <ac:chgData name="Blake Benz" userId="8a97c15f36056bdc" providerId="Windows Live" clId="Web-{CBAC0F0F-D188-DE1B-3283-3F9BBD682809}" dt="2025-07-21T21:13:27.182" v="83" actId="20577"/>
          <ac:spMkLst>
            <pc:docMk/>
            <pc:sldMk cId="1229336662" sldId="312"/>
            <ac:spMk id="2" creationId="{00000000-0000-0000-0000-000000000000}"/>
          </ac:spMkLst>
        </pc:spChg>
        <pc:graphicFrameChg chg="add mod modGraphic">
          <ac:chgData name="Blake Benz" userId="8a97c15f36056bdc" providerId="Windows Live" clId="Web-{CBAC0F0F-D188-DE1B-3283-3F9BBD682809}" dt="2025-07-21T21:24:32.477" v="428"/>
          <ac:graphicFrameMkLst>
            <pc:docMk/>
            <pc:sldMk cId="1229336662" sldId="312"/>
            <ac:graphicFrameMk id="4" creationId="{A3F059C0-FA9C-ADCA-C39B-FC74D193B9B3}"/>
          </ac:graphicFrameMkLst>
        </pc:graphicFrameChg>
        <pc:graphicFrameChg chg="del mod modGraphic">
          <ac:chgData name="Blake Benz" userId="8a97c15f36056bdc" providerId="Windows Live" clId="Web-{CBAC0F0F-D188-DE1B-3283-3F9BBD682809}" dt="2025-07-21T21:17:55.197" v="117"/>
          <ac:graphicFrameMkLst>
            <pc:docMk/>
            <pc:sldMk cId="1229336662" sldId="312"/>
            <ac:graphicFrameMk id="5" creationId="{8DA1589C-BF68-AC64-078F-BCF63F46C773}"/>
          </ac:graphicFrameMkLst>
        </pc:graphicFrameChg>
        <pc:graphicFrameChg chg="add del mod">
          <ac:chgData name="Blake Benz" userId="8a97c15f36056bdc" providerId="Windows Live" clId="Web-{CBAC0F0F-D188-DE1B-3283-3F9BBD682809}" dt="2025-07-21T21:16:12.650" v="107"/>
          <ac:graphicFrameMkLst>
            <pc:docMk/>
            <pc:sldMk cId="1229336662" sldId="312"/>
            <ac:graphicFrameMk id="7" creationId="{A34EDEF5-AACB-A986-C93E-5D296EFCD8AF}"/>
          </ac:graphicFrameMkLst>
        </pc:graphicFrameChg>
      </pc:sldChg>
      <pc:sldChg chg="modSp">
        <pc:chgData name="Blake Benz" userId="8a97c15f36056bdc" providerId="Windows Live" clId="Web-{CBAC0F0F-D188-DE1B-3283-3F9BBD682809}" dt="2025-07-21T21:27:24.304" v="443" actId="20577"/>
        <pc:sldMkLst>
          <pc:docMk/>
          <pc:sldMk cId="696903599" sldId="320"/>
        </pc:sldMkLst>
        <pc:spChg chg="mod">
          <ac:chgData name="Blake Benz" userId="8a97c15f36056bdc" providerId="Windows Live" clId="Web-{CBAC0F0F-D188-DE1B-3283-3F9BBD682809}" dt="2025-07-21T21:27:24.304" v="443" actId="20577"/>
          <ac:spMkLst>
            <pc:docMk/>
            <pc:sldMk cId="696903599" sldId="320"/>
            <ac:spMk id="3" creationId="{00000000-0000-0000-0000-000000000000}"/>
          </ac:spMkLst>
        </pc:spChg>
      </pc:sldChg>
      <pc:sldChg chg="mod modShow">
        <pc:chgData name="Blake Benz" userId="8a97c15f36056bdc" providerId="Windows Live" clId="Web-{CBAC0F0F-D188-DE1B-3283-3F9BBD682809}" dt="2025-07-21T21:30:11.398" v="447"/>
        <pc:sldMkLst>
          <pc:docMk/>
          <pc:sldMk cId="883433766" sldId="325"/>
        </pc:sldMkLst>
      </pc:sldChg>
      <pc:sldChg chg="del">
        <pc:chgData name="Blake Benz" userId="8a97c15f36056bdc" providerId="Windows Live" clId="Web-{CBAC0F0F-D188-DE1B-3283-3F9BBD682809}" dt="2025-07-21T21:47:01.722" v="448"/>
        <pc:sldMkLst>
          <pc:docMk/>
          <pc:sldMk cId="4077085575" sldId="375"/>
        </pc:sldMkLst>
      </pc:sldChg>
      <pc:sldChg chg="del">
        <pc:chgData name="Blake Benz" userId="8a97c15f36056bdc" providerId="Windows Live" clId="Web-{CBAC0F0F-D188-DE1B-3283-3F9BBD682809}" dt="2025-07-21T21:28:07.570" v="446"/>
        <pc:sldMkLst>
          <pc:docMk/>
          <pc:sldMk cId="1166365756" sldId="377"/>
        </pc:sldMkLst>
      </pc:sldChg>
      <pc:sldChg chg="del">
        <pc:chgData name="Blake Benz" userId="8a97c15f36056bdc" providerId="Windows Live" clId="Web-{CBAC0F0F-D188-DE1B-3283-3F9BBD682809}" dt="2025-07-21T21:27:50.320" v="444"/>
        <pc:sldMkLst>
          <pc:docMk/>
          <pc:sldMk cId="443789131" sldId="381"/>
        </pc:sldMkLst>
      </pc:sldChg>
      <pc:sldChg chg="del">
        <pc:chgData name="Blake Benz" userId="8a97c15f36056bdc" providerId="Windows Live" clId="Web-{CBAC0F0F-D188-DE1B-3283-3F9BBD682809}" dt="2025-07-21T21:27:52.445" v="445"/>
        <pc:sldMkLst>
          <pc:docMk/>
          <pc:sldMk cId="3905356388" sldId="383"/>
        </pc:sldMkLst>
      </pc:sldChg>
      <pc:sldChg chg="modSp add ord replId">
        <pc:chgData name="Blake Benz" userId="8a97c15f36056bdc" providerId="Windows Live" clId="Web-{CBAC0F0F-D188-DE1B-3283-3F9BBD682809}" dt="2025-07-21T21:00:50.044" v="3" actId="20577"/>
        <pc:sldMkLst>
          <pc:docMk/>
          <pc:sldMk cId="1527659687" sldId="384"/>
        </pc:sldMkLst>
        <pc:spChg chg="mod">
          <ac:chgData name="Blake Benz" userId="8a97c15f36056bdc" providerId="Windows Live" clId="Web-{CBAC0F0F-D188-DE1B-3283-3F9BBD682809}" dt="2025-07-21T21:00:50.044" v="3" actId="20577"/>
          <ac:spMkLst>
            <pc:docMk/>
            <pc:sldMk cId="1527659687" sldId="384"/>
            <ac:spMk id="3" creationId="{F861F3A6-04DE-CFCD-6E8A-A5958BE69145}"/>
          </ac:spMkLst>
        </pc:spChg>
      </pc:sldChg>
      <pc:sldChg chg="delSp modSp add replId">
        <pc:chgData name="Blake Benz" userId="8a97c15f36056bdc" providerId="Windows Live" clId="Web-{CBAC0F0F-D188-DE1B-3283-3F9BBD682809}" dt="2025-07-21T21:25:00.414" v="441" actId="20577"/>
        <pc:sldMkLst>
          <pc:docMk/>
          <pc:sldMk cId="3015036913" sldId="385"/>
        </pc:sldMkLst>
        <pc:spChg chg="mod">
          <ac:chgData name="Blake Benz" userId="8a97c15f36056bdc" providerId="Windows Live" clId="Web-{CBAC0F0F-D188-DE1B-3283-3F9BBD682809}" dt="2025-07-21T21:25:00.414" v="441" actId="20577"/>
          <ac:spMkLst>
            <pc:docMk/>
            <pc:sldMk cId="3015036913" sldId="385"/>
            <ac:spMk id="2" creationId="{E1D70B3B-F9C0-D4BD-4D19-39643EE2E67E}"/>
          </ac:spMkLst>
        </pc:spChg>
        <pc:graphicFrameChg chg="del mod modGraphic">
          <ac:chgData name="Blake Benz" userId="8a97c15f36056bdc" providerId="Windows Live" clId="Web-{CBAC0F0F-D188-DE1B-3283-3F9BBD682809}" dt="2025-07-21T21:16:27.510" v="111"/>
          <ac:graphicFrameMkLst>
            <pc:docMk/>
            <pc:sldMk cId="3015036913" sldId="385"/>
            <ac:graphicFrameMk id="4" creationId="{31D36911-8D39-C1DD-B41B-14010FFA11BA}"/>
          </ac:graphicFrameMkLst>
        </pc:graphicFrameChg>
        <pc:graphicFrameChg chg="del">
          <ac:chgData name="Blake Benz" userId="8a97c15f36056bdc" providerId="Windows Live" clId="Web-{CBAC0F0F-D188-DE1B-3283-3F9BBD682809}" dt="2025-07-21T21:16:28.338" v="112"/>
          <ac:graphicFrameMkLst>
            <pc:docMk/>
            <pc:sldMk cId="3015036913" sldId="385"/>
            <ac:graphicFrameMk id="5" creationId="{0D4EF6EC-C6FB-7F39-9175-AB0E9C3BA357}"/>
          </ac:graphicFrameMkLst>
        </pc:graphicFrameChg>
        <pc:graphicFrameChg chg="mod modGraphic">
          <ac:chgData name="Blake Benz" userId="8a97c15f36056bdc" providerId="Windows Live" clId="Web-{CBAC0F0F-D188-DE1B-3283-3F9BBD682809}" dt="2025-07-21T21:16:40.853" v="115"/>
          <ac:graphicFrameMkLst>
            <pc:docMk/>
            <pc:sldMk cId="3015036913" sldId="385"/>
            <ac:graphicFrameMk id="7" creationId="{C1C4EB50-1D26-CFD3-948A-8FE946D05DE5}"/>
          </ac:graphicFrameMkLst>
        </pc:graphicFrameChg>
      </pc:sldChg>
    </pc:docChg>
  </pc:docChgLst>
  <pc:docChgLst>
    <pc:chgData name="Blake Benz" userId="8a97c15f36056bdc" providerId="Windows Live" clId="Web-{1AD58BC2-3706-8675-A229-220D76DA9FEB}"/>
    <pc:docChg chg="sldOrd">
      <pc:chgData name="Blake Benz" userId="8a97c15f36056bdc" providerId="Windows Live" clId="Web-{1AD58BC2-3706-8675-A229-220D76DA9FEB}" dt="2025-07-09T13:34:00.731" v="1"/>
      <pc:docMkLst>
        <pc:docMk/>
      </pc:docMkLst>
      <pc:sldChg chg="ord">
        <pc:chgData name="Blake Benz" userId="8a97c15f36056bdc" providerId="Windows Live" clId="Web-{1AD58BC2-3706-8675-A229-220D76DA9FEB}" dt="2025-07-09T13:34:00.731" v="1"/>
        <pc:sldMkLst>
          <pc:docMk/>
          <pc:sldMk cId="4077085575" sldId="375"/>
        </pc:sldMkLst>
      </pc:sldChg>
    </pc:docChg>
  </pc:docChgLst>
  <pc:docChgLst>
    <pc:chgData name="Blake Benz" userId="8a97c15f36056bdc" providerId="Windows Live" clId="Web-{14ED108A-06DB-47A3-B815-A7E72F01001C}"/>
    <pc:docChg chg="addSld modSld">
      <pc:chgData name="Blake Benz" userId="8a97c15f36056bdc" providerId="Windows Live" clId="Web-{14ED108A-06DB-47A3-B815-A7E72F01001C}" dt="2024-07-17T14:52:14.444" v="503" actId="1076"/>
      <pc:docMkLst>
        <pc:docMk/>
      </pc:docMkLst>
      <pc:sldChg chg="modSp">
        <pc:chgData name="Blake Benz" userId="8a97c15f36056bdc" providerId="Windows Live" clId="Web-{14ED108A-06DB-47A3-B815-A7E72F01001C}" dt="2024-07-17T14:48:06.349" v="434" actId="20577"/>
        <pc:sldMkLst>
          <pc:docMk/>
          <pc:sldMk cId="437878323" sldId="263"/>
        </pc:sldMkLst>
      </pc:sldChg>
      <pc:sldChg chg="modSp">
        <pc:chgData name="Blake Benz" userId="8a97c15f36056bdc" providerId="Windows Live" clId="Web-{14ED108A-06DB-47A3-B815-A7E72F01001C}" dt="2024-07-17T14:46:37.015" v="428" actId="20577"/>
        <pc:sldMkLst>
          <pc:docMk/>
          <pc:sldMk cId="696903599" sldId="320"/>
        </pc:sldMkLst>
      </pc:sldChg>
      <pc:sldChg chg="modSp">
        <pc:chgData name="Blake Benz" userId="8a97c15f36056bdc" providerId="Windows Live" clId="Web-{14ED108A-06DB-47A3-B815-A7E72F01001C}" dt="2024-07-17T14:49:14.198" v="444" actId="14100"/>
        <pc:sldMkLst>
          <pc:docMk/>
          <pc:sldMk cId="4131468052" sldId="324"/>
        </pc:sldMkLst>
      </pc:sldChg>
      <pc:sldChg chg="modSp">
        <pc:chgData name="Blake Benz" userId="8a97c15f36056bdc" providerId="Windows Live" clId="Web-{14ED108A-06DB-47A3-B815-A7E72F01001C}" dt="2024-07-17T14:21:35.010" v="186" actId="20577"/>
        <pc:sldMkLst>
          <pc:docMk/>
          <pc:sldMk cId="608593255" sldId="330"/>
        </pc:sldMkLst>
      </pc:sldChg>
      <pc:sldChg chg="modSp">
        <pc:chgData name="Blake Benz" userId="8a97c15f36056bdc" providerId="Windows Live" clId="Web-{14ED108A-06DB-47A3-B815-A7E72F01001C}" dt="2024-07-17T14:24:58.086" v="248" actId="20577"/>
        <pc:sldMkLst>
          <pc:docMk/>
          <pc:sldMk cId="3776350147" sldId="374"/>
        </pc:sldMkLst>
      </pc:sldChg>
      <pc:sldChg chg="addSp modSp add replId">
        <pc:chgData name="Blake Benz" userId="8a97c15f36056bdc" providerId="Windows Live" clId="Web-{14ED108A-06DB-47A3-B815-A7E72F01001C}" dt="2024-07-17T14:15:22.533" v="98" actId="1076"/>
        <pc:sldMkLst>
          <pc:docMk/>
          <pc:sldMk cId="740189072" sldId="378"/>
        </pc:sldMkLst>
      </pc:sldChg>
      <pc:sldChg chg="addSp modSp add replId">
        <pc:chgData name="Blake Benz" userId="8a97c15f36056bdc" providerId="Windows Live" clId="Web-{14ED108A-06DB-47A3-B815-A7E72F01001C}" dt="2024-07-17T14:46:27.077" v="408" actId="20577"/>
        <pc:sldMkLst>
          <pc:docMk/>
          <pc:sldMk cId="3231000379" sldId="379"/>
        </pc:sldMkLst>
      </pc:sldChg>
      <pc:sldChg chg="modSp add replId">
        <pc:chgData name="Blake Benz" userId="8a97c15f36056bdc" providerId="Windows Live" clId="Web-{14ED108A-06DB-47A3-B815-A7E72F01001C}" dt="2024-07-17T14:48:44.977" v="438" actId="14100"/>
        <pc:sldMkLst>
          <pc:docMk/>
          <pc:sldMk cId="3149459821" sldId="380"/>
        </pc:sldMkLst>
      </pc:sldChg>
      <pc:sldChg chg="addSp delSp modSp add replId">
        <pc:chgData name="Blake Benz" userId="8a97c15f36056bdc" providerId="Windows Live" clId="Web-{14ED108A-06DB-47A3-B815-A7E72F01001C}" dt="2024-07-17T14:52:14.444" v="503" actId="1076"/>
        <pc:sldMkLst>
          <pc:docMk/>
          <pc:sldMk cId="443789131" sldId="3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D1FCD-6393-42B1-A3A0-0F4CB1BD0B17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D450A-9E97-44DA-B117-4B621915B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31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ldataprotection.com/files/2019/04/2019.04.29-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law360.com/health/articles/1154042/hipaa-enforcers-lower-fines-for-less-serious-violations" TargetMode="External"/><Relationship Id="rId4" Type="http://schemas.openxmlformats.org/officeDocument/2006/relationships/hyperlink" Target="https://www.hldataprotection.com/files/2019/04/2019.04.29-2.pdf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s-I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F3F45-D56C-44AC-A0EC-773749786A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00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s-I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F3F45-D56C-44AC-A0EC-773749786A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36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of each tier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6D450A-9E97-44DA-B117-4B621915B8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63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This change in the agency’s interpretation of the HITECH Act and its exercise of enforcement discretion comes as MD Anderson Cancer Center in Texas is </a:t>
            </a:r>
            <a:r>
              <a:rPr lang="en-US" dirty="0">
                <a:effectLst/>
                <a:hlinkClick r:id="rId3"/>
              </a:rPr>
              <a:t>asking</a:t>
            </a:r>
            <a:r>
              <a:rPr lang="en-US" dirty="0">
                <a:effectLst/>
              </a:rPr>
              <a:t> the Fifth Circuit to overturn a ruling by an HHS administrative law judge upholding a $4.3 million HIPAA penalty. MD Anderson is also challenging HHS’s authority to impose the CMP in a suit filed against the HHS Secretary in federal district court. Among other </a:t>
            </a:r>
            <a:r>
              <a:rPr lang="en-US" dirty="0">
                <a:effectLst/>
                <a:hlinkClick r:id="rId4"/>
              </a:rPr>
              <a:t>arguments</a:t>
            </a:r>
            <a:r>
              <a:rPr lang="en-US" dirty="0">
                <a:effectLst/>
              </a:rPr>
              <a:t>, MD Anderson asserts that the Secretary exceeded his authority by imposing a CMP beyond the statutory caps. MD Anderson argued in its complaint that under the statute, “Reasonable Cause” violations OCR alleged in the case must be capped at $100,000 per violation per year and that the Secretary erroneously imposed the highest level penalty cap of $1.5 million, which renders the culpability-specific caps in the law meaningless “in violation of basic statutory construction principles.” HHS’s newly revised interpretation of the annual cap for a “Reasonable Cause” violation to $100,000 aligns with MD Anderson’s position. OCR Director Roger </a:t>
            </a:r>
            <a:r>
              <a:rPr lang="en-US" dirty="0" err="1">
                <a:effectLst/>
              </a:rPr>
              <a:t>Severino</a:t>
            </a:r>
            <a:r>
              <a:rPr lang="en-US" dirty="0">
                <a:effectLst/>
              </a:rPr>
              <a:t> </a:t>
            </a:r>
            <a:r>
              <a:rPr lang="en-US" dirty="0">
                <a:effectLst/>
                <a:hlinkClick r:id="rId5"/>
              </a:rPr>
              <a:t>told</a:t>
            </a:r>
            <a:r>
              <a:rPr lang="en-US" dirty="0">
                <a:effectLst/>
              </a:rPr>
              <a:t> reporters Friday that the announcement is not connected with the ongoing MD Anderson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6D450A-9E97-44DA-B117-4B621915B8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89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696D-27DC-56ED-0500-4BE8FEDF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E0C77-50A0-F632-3A7A-302D4B826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D0211-7306-581B-7E9E-37F2F4763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s-IS" baseline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4F06A-5987-9FCB-056F-611942676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F3F45-D56C-44AC-A0EC-773749786A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685317A-11E5-4E40-BD42-EA09745015B5}" type="slidenum">
              <a:rPr lang="en-US" altLang="en-US">
                <a:latin typeface="Arial" panose="020B0604020202020204" pitchFamily="34" charset="0"/>
              </a:rPr>
              <a:pPr/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Doctors wanted</a:t>
            </a:r>
            <a:r>
              <a:rPr lang="en-US" altLang="en-US" baseline="0" dirty="0">
                <a:latin typeface="Arial" panose="020B0604020202020204" pitchFamily="34" charset="0"/>
              </a:rPr>
              <a:t> to get the maximum amount of payment so they were </a:t>
            </a:r>
            <a:r>
              <a:rPr lang="en-US" altLang="en-US" baseline="0" dirty="0" err="1">
                <a:latin typeface="Arial" panose="020B0604020202020204" pitchFamily="34" charset="0"/>
              </a:rPr>
              <a:t>commiting</a:t>
            </a:r>
            <a:r>
              <a:rPr lang="en-US" altLang="en-US" baseline="0" dirty="0">
                <a:latin typeface="Arial" panose="020B0604020202020204" pitchFamily="34" charset="0"/>
              </a:rPr>
              <a:t> fraud</a:t>
            </a:r>
            <a:r>
              <a:rPr lang="is-IS" altLang="en-US" baseline="0" dirty="0">
                <a:latin typeface="Arial" panose="020B0604020202020204" pitchFamily="34" charset="0"/>
              </a:rPr>
              <a:t>…saying that patients had a certain sickness/ disease to get the most money out of the insurance. </a:t>
            </a:r>
            <a:r>
              <a:rPr lang="en-US" altLang="en-US" baseline="0" dirty="0">
                <a:latin typeface="Arial" panose="020B0604020202020204" pitchFamily="34" charset="0"/>
              </a:rPr>
              <a:t>I</a:t>
            </a:r>
            <a:r>
              <a:rPr lang="is-IS" altLang="en-US" baseline="0" dirty="0">
                <a:latin typeface="Arial" panose="020B0604020202020204" pitchFamily="34" charset="0"/>
              </a:rPr>
              <a:t>e- mds were billing for bacterial pneuomnia and </a:t>
            </a:r>
            <a:r>
              <a:rPr lang="en-US" altLang="en-US" dirty="0">
                <a:latin typeface="Arial" panose="020B0604020202020204" pitchFamily="34" charset="0"/>
              </a:rPr>
              <a:t>In the</a:t>
            </a:r>
            <a:r>
              <a:rPr lang="en-US" altLang="en-US" baseline="0" dirty="0">
                <a:latin typeface="Arial" panose="020B0604020202020204" pitchFamily="34" charset="0"/>
              </a:rPr>
              <a:t> beginning didn’t have to send support documents for services that were billed for. Medicare ended up catching on and started to look into these fraudulent claims. 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426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Sneaker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6D450A-9E97-44DA-B117-4B621915B8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81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claims act aka Lincoln</a:t>
            </a:r>
            <a:r>
              <a:rPr lang="en-US" baseline="0" dirty="0"/>
              <a:t> law</a:t>
            </a:r>
            <a:r>
              <a:rPr lang="is-IS" baseline="0" dirty="0"/>
              <a:t>….used tax payer money to buy arms but when the guns came there was just lead, no guns.   </a:t>
            </a:r>
            <a:r>
              <a:rPr lang="en-US" baseline="0" dirty="0"/>
              <a:t>A</a:t>
            </a:r>
            <a:r>
              <a:rPr lang="is-IS" baseline="0" dirty="0"/>
              <a:t>nyone who commits a fraudulet claim that says when they’re giving the gov better be what the contract is.  </a:t>
            </a:r>
            <a:r>
              <a:rPr lang="en-US" baseline="0" dirty="0"/>
              <a:t>F</a:t>
            </a:r>
            <a:r>
              <a:rPr lang="is-IS" baseline="0" dirty="0"/>
              <a:t>alse claims to the gov...can go to jail. </a:t>
            </a:r>
            <a:r>
              <a:rPr lang="en-US" baseline="0" dirty="0"/>
              <a:t>I</a:t>
            </a:r>
            <a:r>
              <a:rPr lang="is-IS" baseline="0" dirty="0"/>
              <a:t>s that act that says you’re commiting a false claim.</a:t>
            </a:r>
          </a:p>
          <a:p>
            <a:endParaRPr lang="is-IS" baseline="0" dirty="0"/>
          </a:p>
          <a:p>
            <a:r>
              <a:rPr lang="en-US" baseline="0" dirty="0"/>
              <a:t>F</a:t>
            </a:r>
            <a:r>
              <a:rPr lang="is-IS" baseline="0" dirty="0"/>
              <a:t>raud enforcement and recovery act is the newer version of falst claims act. </a:t>
            </a:r>
          </a:p>
          <a:p>
            <a:endParaRPr lang="is-IS" baseline="0" dirty="0"/>
          </a:p>
          <a:p>
            <a:r>
              <a:rPr lang="en-US" baseline="0" dirty="0"/>
              <a:t>E</a:t>
            </a:r>
            <a:r>
              <a:rPr lang="is-IS" baseline="0" dirty="0"/>
              <a:t>lectronic submission is wired fraud. </a:t>
            </a:r>
          </a:p>
          <a:p>
            <a:endParaRPr lang="is-IS" baseline="0" dirty="0"/>
          </a:p>
          <a:p>
            <a:r>
              <a:rPr lang="en-US" baseline="0" dirty="0"/>
              <a:t>A</a:t>
            </a:r>
            <a:r>
              <a:rPr lang="is-IS" baseline="0" dirty="0"/>
              <a:t>nit-kick back- when the doctor asks “what’s in it for me?” if i do this then how will i get reimbursed....can be baseball tickets, trips, etc....</a:t>
            </a:r>
          </a:p>
          <a:p>
            <a:endParaRPr lang="is-IS" baseline="0" dirty="0"/>
          </a:p>
          <a:p>
            <a:r>
              <a:rPr lang="is-IS" baseline="0" dirty="0"/>
              <a:t>Stark- anti physician referall law. </a:t>
            </a:r>
            <a:r>
              <a:rPr lang="en-US" baseline="0" dirty="0"/>
              <a:t>If a md or their family has an invested interest in that referral can’t refer them.</a:t>
            </a:r>
          </a:p>
          <a:p>
            <a:r>
              <a:rPr lang="en-US" baseline="0" dirty="0" err="1"/>
              <a:t>Ie</a:t>
            </a:r>
            <a:r>
              <a:rPr lang="en-US" baseline="0" dirty="0"/>
              <a:t>- if an orthopedic md gave his patients to his wife who is a PT</a:t>
            </a:r>
            <a:r>
              <a:rPr lang="is-IS" baseline="0" dirty="0"/>
              <a:t>….can’t do that.</a:t>
            </a:r>
          </a:p>
          <a:p>
            <a:endParaRPr lang="is-IS" baseline="0" dirty="0"/>
          </a:p>
          <a:p>
            <a:r>
              <a:rPr lang="en-US" baseline="0" dirty="0"/>
              <a:t>H</a:t>
            </a:r>
            <a:r>
              <a:rPr lang="is-IS" baseline="0" dirty="0"/>
              <a:t>ipaa is law that made that made fraud punishable and go to jail...punishable that one can go to jail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6D450A-9E97-44DA-B117-4B621915B8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77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to create a national database, where multiple databases/</a:t>
            </a:r>
            <a:r>
              <a:rPr lang="en-US" baseline="0" dirty="0"/>
              <a:t> products could speak to each other. Move forward with a </a:t>
            </a:r>
            <a:r>
              <a:rPr lang="de-DE" baseline="0" dirty="0"/>
              <a:t>EHR.... </a:t>
            </a:r>
            <a:r>
              <a:rPr lang="en-US" baseline="0" dirty="0"/>
              <a:t>T</a:t>
            </a:r>
            <a:r>
              <a:rPr lang="de-DE" baseline="0" dirty="0"/>
              <a:t>hat a </a:t>
            </a:r>
            <a:r>
              <a:rPr lang="de-DE" baseline="0" dirty="0" err="1"/>
              <a:t>patients</a:t>
            </a:r>
            <a:r>
              <a:rPr lang="de-DE" baseline="0" dirty="0"/>
              <a:t> </a:t>
            </a:r>
            <a:r>
              <a:rPr lang="de-DE" baseline="0" dirty="0" err="1"/>
              <a:t>history</a:t>
            </a:r>
            <a:r>
              <a:rPr lang="de-DE" baseline="0" dirty="0"/>
              <a:t> </a:t>
            </a:r>
            <a:r>
              <a:rPr lang="de-DE" baseline="0" dirty="0" err="1"/>
              <a:t>would</a:t>
            </a:r>
            <a:r>
              <a:rPr lang="de-DE" baseline="0" dirty="0"/>
              <a:t> </a:t>
            </a:r>
            <a:r>
              <a:rPr lang="de-DE" baseline="0" dirty="0" err="1"/>
              <a:t>be</a:t>
            </a:r>
            <a:r>
              <a:rPr lang="de-DE" baseline="0" dirty="0"/>
              <a:t> </a:t>
            </a:r>
            <a:r>
              <a:rPr lang="de-DE" baseline="0" dirty="0" err="1"/>
              <a:t>accessable</a:t>
            </a:r>
            <a:r>
              <a:rPr lang="de-DE" baseline="0" dirty="0"/>
              <a:t> </a:t>
            </a:r>
            <a:r>
              <a:rPr lang="de-DE" baseline="0" dirty="0" err="1"/>
              <a:t>throughout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whole</a:t>
            </a:r>
            <a:r>
              <a:rPr lang="de-DE" baseline="0" dirty="0"/>
              <a:t> </a:t>
            </a:r>
            <a:r>
              <a:rPr lang="de-DE" baseline="0" dirty="0" err="1"/>
              <a:t>country</a:t>
            </a:r>
            <a:r>
              <a:rPr lang="de-DE" baseline="0" dirty="0"/>
              <a:t>. </a:t>
            </a:r>
          </a:p>
          <a:p>
            <a:endParaRPr lang="de-DE" baseline="0" dirty="0"/>
          </a:p>
          <a:p>
            <a:r>
              <a:rPr lang="en-US" baseline="0" dirty="0"/>
              <a:t>M</a:t>
            </a:r>
            <a:r>
              <a:rPr lang="de-DE" baseline="0" dirty="0" err="1"/>
              <a:t>arrying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healthcare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technology</a:t>
            </a:r>
            <a:r>
              <a:rPr lang="de-DE" baseline="0" dirty="0"/>
              <a:t>. </a:t>
            </a:r>
            <a:r>
              <a:rPr lang="en-US" baseline="0" dirty="0"/>
              <a:t>Would be able to use that money for “meaningful use”</a:t>
            </a:r>
          </a:p>
          <a:p>
            <a:endParaRPr lang="en-US" baseline="0" dirty="0"/>
          </a:p>
          <a:p>
            <a:r>
              <a:rPr lang="en-US" baseline="0" dirty="0"/>
              <a:t>There are no “take backs” once something sends or is closed 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A652F-4DF2-40D7-9A55-8B5145B147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63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A652F-4DF2-40D7-9A55-8B5145B1479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77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22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7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8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2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0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6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3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4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1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7698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55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7640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53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16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2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9DD35-1A79-4C40-816E-C8DA6343042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C79B178-84CB-4022-90EA-8266179DA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4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s.gov/Regulations-and-Guidance/Administrative-Simplification/Unique-Identifier/EIN" TargetMode="External"/><Relationship Id="rId2" Type="http://schemas.openxmlformats.org/officeDocument/2006/relationships/hyperlink" Target="https://aspe.hhs.gov/report/health-insurance-portability-and-accountability-act-199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ms.gov/Regulations-and-Guidance/Administrative-Simplification/Unique-Identifier/NPIs" TargetMode="External"/><Relationship Id="rId4" Type="http://schemas.openxmlformats.org/officeDocument/2006/relationships/hyperlink" Target="https://www.irs.gov/businesses/small-businesses-self-employed/employer-id-numbers-ein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qK_6Nor98U?feature=oembe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imgres?imgurl=https://www.arbd.com/wp-content/uploads/2017/09/dreamstime_s_64870414.jpg&amp;imgrefurl=https://www.arbd.com/va-nurse-convicted-of-computer-fraud-and-falsifying-medical-records/&amp;docid=65IAchOTxAc9dM&amp;tbnid=Xf4ntu8NMk-mCM:&amp;vet=10ahUKEwiC042FlpfiAhVmT98KHTVjCtgQMwg-KAAwAA..i&amp;w=800&amp;h=800&amp;bih=805&amp;biw=1670&amp;q=falsifying%20medical%20records&amp;ved=0ahUKEwiC042FlpfiAhVmT98KHTVjCtgQMwg-KAAwAA&amp;iact=mrc&amp;uact=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Accountability – Title II known as Administrative Simplification Provisions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389189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Includes 5 rules:</a:t>
            </a:r>
          </a:p>
          <a:p>
            <a:pPr lvl="1"/>
            <a:r>
              <a:rPr lang="en-US" sz="3200" dirty="0"/>
              <a:t>Privacy Rule</a:t>
            </a:r>
          </a:p>
          <a:p>
            <a:pPr lvl="1"/>
            <a:r>
              <a:rPr lang="en-US" sz="3200" dirty="0"/>
              <a:t>Security Rule</a:t>
            </a:r>
          </a:p>
          <a:p>
            <a:pPr lvl="1"/>
            <a:r>
              <a:rPr lang="en-US" sz="3200" dirty="0"/>
              <a:t>Transactions and Code Sets Rule</a:t>
            </a:r>
          </a:p>
          <a:p>
            <a:pPr lvl="1"/>
            <a:r>
              <a:rPr lang="en-US" sz="3200" b="1" i="1" dirty="0"/>
              <a:t>Unique Identifiers Rule</a:t>
            </a:r>
          </a:p>
          <a:p>
            <a:pPr lvl="1"/>
            <a:r>
              <a:rPr lang="en-US" sz="3200" dirty="0"/>
              <a:t>Enforcement Rule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426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377581"/>
            <a:ext cx="8911687" cy="899890"/>
          </a:xfrm>
        </p:spPr>
        <p:txBody>
          <a:bodyPr>
            <a:normAutofit/>
          </a:bodyPr>
          <a:lstStyle/>
          <a:p>
            <a:r>
              <a:rPr lang="en-US" sz="4400" dirty="0"/>
              <a:t>Unique Identifiers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4996" y="1711780"/>
            <a:ext cx="9660822" cy="50516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0" i="0" u="sng" dirty="0">
                <a:solidFill>
                  <a:srgbClr val="006699"/>
                </a:solidFill>
                <a:effectLst/>
                <a:latin typeface="Arial"/>
                <a:cs typeface="Arial"/>
                <a:hlinkClick r:id="rId2"/>
              </a:rPr>
              <a:t>HIPAA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 establishes and requires unique identifiers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Employers – </a:t>
            </a:r>
            <a:r>
              <a:rPr lang="en-US" sz="2800" b="0" i="0" u="sng" dirty="0">
                <a:solidFill>
                  <a:srgbClr val="006699"/>
                </a:solidFill>
                <a:effectLst/>
                <a:latin typeface="Arial"/>
                <a:cs typeface="Arial"/>
                <a:hlinkClick r:id="rId3"/>
              </a:rPr>
              <a:t>EIN, or Employer Identification Number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, is issued by the </a:t>
            </a:r>
            <a:r>
              <a:rPr lang="en-US" sz="2800" b="0" i="0" u="sng" dirty="0">
                <a:solidFill>
                  <a:srgbClr val="006699"/>
                </a:solidFill>
                <a:effectLst/>
                <a:latin typeface="Arial"/>
                <a:cs typeface="Arial"/>
                <a:hlinkClick r:id="rId4"/>
              </a:rPr>
              <a:t>Internal Revenue Service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 and is used to identify employers in electronic transactions.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Providers – </a:t>
            </a:r>
            <a:r>
              <a:rPr lang="en-US" sz="2800" b="0" i="0" u="sng" dirty="0">
                <a:solidFill>
                  <a:srgbClr val="006699"/>
                </a:solidFill>
                <a:effectLst/>
                <a:latin typeface="Arial"/>
                <a:cs typeface="Arial"/>
                <a:hlinkClick r:id="rId5"/>
              </a:rPr>
              <a:t>NPI, or National Provider Identifier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, is a unique 10-digit number used to identify health care providers.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"/>
                <a:cs typeface="Arial"/>
              </a:rPr>
              <a:t>Patients – There is no adopted standard to identify patients – For example SSN was used in past, but not anymore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/>
            </a:endParaRPr>
          </a:p>
          <a:p>
            <a:pPr lvl="1" algn="l"/>
            <a:endParaRPr lang="en-US" b="0" i="0" dirty="0">
              <a:solidFill>
                <a:srgbClr val="404040"/>
              </a:solidFill>
              <a:effectLst/>
              <a:latin typeface="Century Gothic" panose="020B0502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84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Accountability – Title II known as Administrative Simplification Provisions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540" y="2310748"/>
            <a:ext cx="8596668" cy="388077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 dirty="0"/>
              <a:t>Includes 5 rules:</a:t>
            </a:r>
          </a:p>
          <a:p>
            <a:pPr lvl="1"/>
            <a:r>
              <a:rPr lang="en-US" sz="3600" dirty="0"/>
              <a:t>Privacy Rule</a:t>
            </a:r>
          </a:p>
          <a:p>
            <a:pPr lvl="1"/>
            <a:r>
              <a:rPr lang="en-US" sz="3600" dirty="0"/>
              <a:t>Security Rule</a:t>
            </a:r>
          </a:p>
          <a:p>
            <a:pPr lvl="1"/>
            <a:r>
              <a:rPr lang="en-US" sz="3600" dirty="0"/>
              <a:t>Transactions and Code Sets Rule</a:t>
            </a:r>
          </a:p>
          <a:p>
            <a:pPr lvl="1"/>
            <a:r>
              <a:rPr lang="en-US" sz="3600" dirty="0"/>
              <a:t>Unique Identifiers Rule</a:t>
            </a:r>
          </a:p>
          <a:p>
            <a:pPr lvl="1"/>
            <a:r>
              <a:rPr lang="en-US" sz="3600" b="1" i="1" dirty="0"/>
              <a:t>Enforcement Rule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0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Enforcement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755900"/>
            <a:ext cx="891540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000" dirty="0"/>
              <a:t>Lays out procedures for investigations, penalties and hearings when fraud is suspected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29506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871" y="586010"/>
            <a:ext cx="10113029" cy="1344390"/>
          </a:xfrm>
        </p:spPr>
        <p:txBody>
          <a:bodyPr>
            <a:noAutofit/>
          </a:bodyPr>
          <a:lstStyle/>
          <a:p>
            <a:r>
              <a:rPr lang="en-US" sz="4400" dirty="0"/>
              <a:t>Penalties – Based on four culpability tiers established by 2009 HITECH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3" y="2716842"/>
            <a:ext cx="9694323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Tier 1: No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Tier 2: Reasonable Cause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Tier 3: Willful Neglect – Corrected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Tier 4: Willful Neglect – Not Corrected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32481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478" y="422404"/>
            <a:ext cx="10381781" cy="1292095"/>
          </a:xfrm>
        </p:spPr>
        <p:txBody>
          <a:bodyPr>
            <a:normAutofit/>
          </a:bodyPr>
          <a:lstStyle/>
          <a:p>
            <a:r>
              <a:rPr lang="en-US" sz="4000" dirty="0"/>
              <a:t>Penalties – On 4/26/19, HHS capped fine</a:t>
            </a:r>
            <a:r>
              <a:rPr lang="en-US" dirty="0"/>
              <a:t>s</a:t>
            </a:r>
            <a:br>
              <a:rPr lang="en-US" dirty="0"/>
            </a:br>
            <a:endParaRPr lang="en-US" sz="22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D37511-D10C-40D9-49EC-D1350829A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69561"/>
              </p:ext>
            </p:extLst>
          </p:nvPr>
        </p:nvGraphicFramePr>
        <p:xfrm>
          <a:off x="2026057" y="1915697"/>
          <a:ext cx="9525361" cy="4770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936">
                  <a:extLst>
                    <a:ext uri="{9D8B030D-6E8A-4147-A177-3AD203B41FA5}">
                      <a16:colId xmlns:a16="http://schemas.microsoft.com/office/drawing/2014/main" val="1451432686"/>
                    </a:ext>
                  </a:extLst>
                </a:gridCol>
                <a:gridCol w="7701425">
                  <a:extLst>
                    <a:ext uri="{9D8B030D-6E8A-4147-A177-3AD203B41FA5}">
                      <a16:colId xmlns:a16="http://schemas.microsoft.com/office/drawing/2014/main" val="1824826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Penalty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652668"/>
                  </a:ext>
                </a:extLst>
              </a:tr>
              <a:tr h="1357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rgbClr val="404040"/>
                          </a:solidFill>
                          <a:latin typeface="Century Gothic"/>
                        </a:rPr>
                        <a:t>$100-$50,000 per violation, capped at $25,000 per year the issue persisted</a:t>
                      </a:r>
                      <a:endParaRPr lang="en-US" sz="2800" b="0" i="0" u="none" strike="noStrike" noProof="0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59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rgbClr val="404040"/>
                          </a:solidFill>
                          <a:latin typeface="Century Gothic"/>
                        </a:rPr>
                        <a:t>$1,000-$50,000 per violation, capped at $100,000 per year the issue persisted</a:t>
                      </a:r>
                      <a:endParaRPr lang="en-US" sz="2800" b="0" i="0" u="none" strike="noStrike" noProof="0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04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rgbClr val="404040"/>
                          </a:solidFill>
                          <a:latin typeface="Century Gothic"/>
                        </a:rPr>
                        <a:t>$10,000-$50,000 per violation, capped at $250,000 per year the issue persisted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44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rgbClr val="404040"/>
                          </a:solidFill>
                          <a:latin typeface="Century Gothic"/>
                        </a:rPr>
                        <a:t>$50,000 per violation, capped at $1.5 million per year the issue persisted</a:t>
                      </a:r>
                      <a:endParaRPr lang="en-US" sz="2800" b="0" i="0" u="none" strike="noStrike" noProof="0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19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142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275194"/>
            <a:ext cx="8911687" cy="903901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Possible Jail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179095"/>
            <a:ext cx="8915400" cy="3777622"/>
          </a:xfrm>
        </p:spPr>
        <p:txBody>
          <a:bodyPr>
            <a:normAutofit/>
          </a:bodyPr>
          <a:lstStyle/>
          <a:p>
            <a:r>
              <a:rPr lang="en-US" sz="3200" dirty="0"/>
              <a:t>Unknowingly or with Reasonable Cause: Up to one year</a:t>
            </a:r>
          </a:p>
          <a:p>
            <a:r>
              <a:rPr lang="en-US" sz="3200" dirty="0"/>
              <a:t>False Pretenses (purposefully attempting to cover up): Up to five years</a:t>
            </a:r>
          </a:p>
          <a:p>
            <a:r>
              <a:rPr lang="en-US" sz="3200" dirty="0"/>
              <a:t>Personal Reasons or to Commit Fraud or a Crime with Malicious Intent: Up to ten years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075" y="4524456"/>
            <a:ext cx="2196858" cy="23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3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5353-15B1-5ABA-9925-43D298F9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7C2D-0722-B855-7AC8-EF7EAA46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Accountability – Title II known as Administrative Simplification Provisions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1F3A6-04DE-CFCD-6E8A-A5958BE6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89189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Includes 5 rules:</a:t>
            </a:r>
          </a:p>
          <a:p>
            <a:pPr lvl="1"/>
            <a:r>
              <a:rPr lang="en-US" sz="3200" dirty="0"/>
              <a:t>Privacy Rule</a:t>
            </a:r>
          </a:p>
          <a:p>
            <a:pPr lvl="1"/>
            <a:r>
              <a:rPr lang="en-US" sz="3200" dirty="0"/>
              <a:t>Security Rule</a:t>
            </a:r>
          </a:p>
          <a:p>
            <a:pPr lvl="1"/>
            <a:r>
              <a:rPr lang="en-US" sz="3200" dirty="0"/>
              <a:t>Transactions and Code Sets Rule</a:t>
            </a:r>
          </a:p>
          <a:p>
            <a:pPr lvl="1"/>
            <a:r>
              <a:rPr lang="en-US" sz="3200" i="1" dirty="0"/>
              <a:t>Unique Identifiers Rule</a:t>
            </a:r>
          </a:p>
          <a:p>
            <a:pPr lvl="1"/>
            <a:r>
              <a:rPr lang="en-US" sz="3200" b="1" dirty="0"/>
              <a:t>Enforcement Rule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2765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626543" y="332757"/>
            <a:ext cx="8911687" cy="113521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6000" dirty="0"/>
              <a:t>Types of Fraud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118575" y="1734818"/>
            <a:ext cx="8847786" cy="48025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609600" indent="-609600"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endParaRPr lang="en-US" sz="2000" dirty="0"/>
          </a:p>
          <a:p>
            <a:pPr marL="1009650" lvl="1" indent="-609600"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sz="4000" dirty="0"/>
              <a:t>Billing for services not rendered</a:t>
            </a:r>
          </a:p>
          <a:p>
            <a:pPr marL="1009650" lvl="1" indent="-609600"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sz="4000" dirty="0"/>
              <a:t>Misrepresenting services as Medically Necessary</a:t>
            </a:r>
          </a:p>
          <a:p>
            <a:pPr marL="1009650" lvl="1" indent="-609600"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sz="4000" dirty="0"/>
              <a:t>Falsifying Medical Records for the purpose of obtaining payment</a:t>
            </a:r>
          </a:p>
          <a:p>
            <a:pPr marL="609600" indent="-609600">
              <a:buClr>
                <a:schemeClr val="tx1"/>
              </a:buClr>
              <a:buNone/>
              <a:defRPr/>
            </a:pPr>
            <a:endParaRPr lang="en-US" sz="2800" dirty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FDC07E-9DE4-475D-88AD-96795070A27A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83071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86680" y="512462"/>
            <a:ext cx="8911687" cy="1280890"/>
          </a:xfrm>
        </p:spPr>
        <p:txBody>
          <a:bodyPr/>
          <a:lstStyle/>
          <a:p>
            <a:pPr eaLnBrk="1" hangingPunct="1">
              <a:defRPr/>
            </a:pPr>
            <a:r>
              <a:rPr lang="en-US" i="1" dirty="0"/>
              <a:t>Fraud: Billing for Services not Rendered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1488272" y="2453227"/>
            <a:ext cx="8948670" cy="190246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US" sz="3200" dirty="0"/>
              <a:t>A clinical lab receives orders from a physician for specific lab tests.  The lab performs and bills for tests indicated on the order, but then also bills for additional tests that were not ordered or rendered.</a:t>
            </a:r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8C2D13-FB13-4816-9ABC-BBEDC8A1C4B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/>
          </a:p>
        </p:txBody>
      </p:sp>
      <p:pic>
        <p:nvPicPr>
          <p:cNvPr id="13317" name="Picture 4" descr="PE010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4929188"/>
            <a:ext cx="2008188" cy="162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3552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284" y="250298"/>
            <a:ext cx="7200781" cy="1280890"/>
          </a:xfrm>
        </p:spPr>
        <p:txBody>
          <a:bodyPr>
            <a:normAutofit/>
          </a:bodyPr>
          <a:lstStyle/>
          <a:p>
            <a:r>
              <a:rPr lang="en-US" sz="4400" dirty="0"/>
              <a:t>Medicare Fraud Example</a:t>
            </a:r>
            <a:r>
              <a:rPr lang="en-US" dirty="0"/>
              <a:t> </a:t>
            </a:r>
          </a:p>
        </p:txBody>
      </p:sp>
      <p:pic>
        <p:nvPicPr>
          <p:cNvPr id="9" name="Online Media 8" title="How Medicare And Medicaid Fraud Became A $100B Problem In The U.S.">
            <a:hlinkClick r:id="" action="ppaction://media"/>
            <a:extLst>
              <a:ext uri="{FF2B5EF4-FFF2-40B4-BE49-F238E27FC236}">
                <a16:creationId xmlns:a16="http://schemas.microsoft.com/office/drawing/2014/main" id="{6B98249B-031B-B00B-6F36-358C05CA8BC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32015" y="1270959"/>
            <a:ext cx="9317606" cy="5359758"/>
          </a:xfrm>
        </p:spPr>
      </p:pic>
    </p:spTree>
    <p:extLst>
      <p:ext uri="{BB962C8B-B14F-4D97-AF65-F5344CB8AC3E}">
        <p14:creationId xmlns:p14="http://schemas.microsoft.com/office/powerpoint/2010/main" val="2557154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Services are Not Medically Necessary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xfrm>
            <a:off x="2059858" y="1905000"/>
            <a:ext cx="8229600" cy="31687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2800" dirty="0"/>
              <a:t>A group of nursing home patients are offered free exercise classes.  The free services are billed to Medicare as covered physical therapy at a Rehab center.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22AD34-C42B-431B-AB89-15DFB7A87AF8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2E6A30-BEA5-4D06-BCA3-EB7F53216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191" y="3645965"/>
            <a:ext cx="3951493" cy="288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03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Falsifying Medical Records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71058" y="2034171"/>
            <a:ext cx="9374038" cy="215437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3200" dirty="0"/>
              <a:t>A patient recruiter convinces unsuspecting beneficiaries to reveal their Medicare numbers to him.  The recruiter then sells the Medicare numbers to a fictitious provider who bills for services never furnished and creates medical records to support the services provided. 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1536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FC3317-D779-4592-82F6-A57548646844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/>
          </a:p>
        </p:txBody>
      </p:sp>
      <p:pic>
        <p:nvPicPr>
          <p:cNvPr id="3075" name="Picture 3" descr="Image result for falsifying medical records">
            <a:hlinkClick r:id="rId3"/>
            <a:extLst>
              <a:ext uri="{FF2B5EF4-FFF2-40B4-BE49-F238E27FC236}">
                <a16:creationId xmlns:a16="http://schemas.microsoft.com/office/drawing/2014/main" id="{8CB13A0D-BE6B-4289-A4DE-02F137B5F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396" y="4090358"/>
            <a:ext cx="2748394" cy="274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239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095" y="5884"/>
            <a:ext cx="8911687" cy="863947"/>
          </a:xfrm>
        </p:spPr>
        <p:txBody>
          <a:bodyPr>
            <a:normAutofit/>
          </a:bodyPr>
          <a:lstStyle/>
          <a:p>
            <a:r>
              <a:rPr lang="en-US" sz="4800" dirty="0"/>
              <a:t>Waste, Fraud &amp; Abuse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213450"/>
            <a:ext cx="8915400" cy="50284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000" dirty="0"/>
              <a:t>False Claims Act 1863 (“Lincoln Law”)</a:t>
            </a:r>
          </a:p>
          <a:p>
            <a:pPr lvl="1"/>
            <a:r>
              <a:rPr lang="en-US" sz="3000" dirty="0"/>
              <a:t>Primarily used against defense contractors until 1990s</a:t>
            </a:r>
          </a:p>
          <a:p>
            <a:r>
              <a:rPr lang="en-US" sz="3000" dirty="0"/>
              <a:t>Fraud Enforcement and Recovery Act 2009</a:t>
            </a:r>
          </a:p>
          <a:p>
            <a:r>
              <a:rPr lang="en-US" sz="3000" dirty="0"/>
              <a:t>Patient Protection and Affordable Care Act 2010</a:t>
            </a:r>
          </a:p>
          <a:p>
            <a:r>
              <a:rPr lang="en-US" sz="3000" dirty="0"/>
              <a:t>Mail &amp; Wire Fraud</a:t>
            </a:r>
          </a:p>
          <a:p>
            <a:r>
              <a:rPr lang="en-US" sz="3000" dirty="0"/>
              <a:t>Anti-Kickback</a:t>
            </a:r>
          </a:p>
          <a:p>
            <a:r>
              <a:rPr lang="en-US" sz="3000" dirty="0"/>
              <a:t>Stark</a:t>
            </a:r>
          </a:p>
          <a:p>
            <a:r>
              <a:rPr lang="en-US" sz="3000" dirty="0"/>
              <a:t>HIPAA</a:t>
            </a:r>
          </a:p>
        </p:txBody>
      </p:sp>
    </p:spTree>
    <p:extLst>
      <p:ext uri="{BB962C8B-B14F-4D97-AF65-F5344CB8AC3E}">
        <p14:creationId xmlns:p14="http://schemas.microsoft.com/office/powerpoint/2010/main" val="2002902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6301" y="109099"/>
            <a:ext cx="10169503" cy="857817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2024 Largest breaches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F059C0-FA9C-ADCA-C39B-FC74D193B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87833"/>
              </p:ext>
            </p:extLst>
          </p:nvPr>
        </p:nvGraphicFramePr>
        <p:xfrm>
          <a:off x="1199029" y="1378323"/>
          <a:ext cx="9803418" cy="46254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7691">
                  <a:extLst>
                    <a:ext uri="{9D8B030D-6E8A-4147-A177-3AD203B41FA5}">
                      <a16:colId xmlns:a16="http://schemas.microsoft.com/office/drawing/2014/main" val="3776443499"/>
                    </a:ext>
                  </a:extLst>
                </a:gridCol>
                <a:gridCol w="2168766">
                  <a:extLst>
                    <a:ext uri="{9D8B030D-6E8A-4147-A177-3AD203B41FA5}">
                      <a16:colId xmlns:a16="http://schemas.microsoft.com/office/drawing/2014/main" val="151741771"/>
                    </a:ext>
                  </a:extLst>
                </a:gridCol>
                <a:gridCol w="4996961">
                  <a:extLst>
                    <a:ext uri="{9D8B030D-6E8A-4147-A177-3AD203B41FA5}">
                      <a16:colId xmlns:a16="http://schemas.microsoft.com/office/drawing/2014/main" val="1583318340"/>
                    </a:ext>
                  </a:extLst>
                </a:gridCol>
              </a:tblGrid>
              <a:tr h="748519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 dirty="0">
                          <a:solidFill>
                            <a:srgbClr val="1C1C1C"/>
                          </a:solidFill>
                          <a:effectLst/>
                        </a:rPr>
                        <a:t>Regulated Entity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 dirty="0">
                          <a:solidFill>
                            <a:srgbClr val="1C1C1C"/>
                          </a:solidFill>
                          <a:effectLst/>
                        </a:rPr>
                        <a:t>Individuals Affected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 dirty="0">
                          <a:solidFill>
                            <a:srgbClr val="1C1C1C"/>
                          </a:solidFill>
                          <a:effectLst/>
                        </a:rPr>
                        <a:t>Cause of Breach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837923"/>
                  </a:ext>
                </a:extLst>
              </a:tr>
              <a:tr h="1055604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Change Healthcare, Inc.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100 Million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MFA not enabled / Ransomware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676423"/>
                  </a:ext>
                </a:extLst>
              </a:tr>
              <a:tr h="748519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Kaiser Foundation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13.4 Million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Tracking tech on web page / data sent included IP address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599766"/>
                  </a:ext>
                </a:extLst>
              </a:tr>
              <a:tr h="748519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Ascension Health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5.6 Million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Malicious file downloaded by employee / </a:t>
                      </a:r>
                      <a:r>
                        <a:rPr lang="en-US" dirty="0" err="1">
                          <a:effectLst/>
                        </a:rPr>
                        <a:t>Ramsomware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784823"/>
                  </a:ext>
                </a:extLst>
              </a:tr>
              <a:tr h="1324304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HealthEquity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4.3 Million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Malicious software on vendor laptop to access data on SharePoint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109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336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C9EB6-FAC9-E0FB-B8BC-2DBD534A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70B3B-F9C0-D4BD-4D19-39643EE2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301" y="109099"/>
            <a:ext cx="10169503" cy="857817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2024 Penalty Examples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C4EB50-1D26-CFD3-948A-8FE946D05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85404"/>
              </p:ext>
            </p:extLst>
          </p:nvPr>
        </p:nvGraphicFramePr>
        <p:xfrm>
          <a:off x="2106705" y="1411941"/>
          <a:ext cx="9126412" cy="470575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1603">
                  <a:extLst>
                    <a:ext uri="{9D8B030D-6E8A-4147-A177-3AD203B41FA5}">
                      <a16:colId xmlns:a16="http://schemas.microsoft.com/office/drawing/2014/main" val="2723706888"/>
                    </a:ext>
                  </a:extLst>
                </a:gridCol>
                <a:gridCol w="2281603">
                  <a:extLst>
                    <a:ext uri="{9D8B030D-6E8A-4147-A177-3AD203B41FA5}">
                      <a16:colId xmlns:a16="http://schemas.microsoft.com/office/drawing/2014/main" val="2698654800"/>
                    </a:ext>
                  </a:extLst>
                </a:gridCol>
                <a:gridCol w="2281603">
                  <a:extLst>
                    <a:ext uri="{9D8B030D-6E8A-4147-A177-3AD203B41FA5}">
                      <a16:colId xmlns:a16="http://schemas.microsoft.com/office/drawing/2014/main" val="2385914227"/>
                    </a:ext>
                  </a:extLst>
                </a:gridCol>
                <a:gridCol w="2281603">
                  <a:extLst>
                    <a:ext uri="{9D8B030D-6E8A-4147-A177-3AD203B41FA5}">
                      <a16:colId xmlns:a16="http://schemas.microsoft.com/office/drawing/2014/main" val="2304603289"/>
                    </a:ext>
                  </a:extLst>
                </a:gridCol>
              </a:tblGrid>
              <a:tr h="374506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>
                          <a:solidFill>
                            <a:srgbClr val="1C1C1C"/>
                          </a:solidFill>
                          <a:effectLst/>
                        </a:rPr>
                        <a:t>Year</a:t>
                      </a:r>
                      <a:endParaRPr lang="en-US">
                        <a:effectLst/>
                      </a:endParaRP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>
                          <a:solidFill>
                            <a:srgbClr val="1C1C1C"/>
                          </a:solidFill>
                          <a:effectLst/>
                        </a:rPr>
                        <a:t>Covered Entity</a:t>
                      </a:r>
                      <a:endParaRPr lang="en-US">
                        <a:effectLst/>
                      </a:endParaRP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>
                          <a:solidFill>
                            <a:srgbClr val="1C1C1C"/>
                          </a:solidFill>
                          <a:effectLst/>
                        </a:rPr>
                        <a:t>Amount</a:t>
                      </a:r>
                      <a:endParaRPr lang="en-US">
                        <a:effectLst/>
                      </a:endParaRP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>
                          <a:solidFill>
                            <a:srgbClr val="1C1C1C"/>
                          </a:solidFill>
                          <a:effectLst/>
                        </a:rPr>
                        <a:t>Penalty Type</a:t>
                      </a:r>
                      <a:endParaRPr lang="en-US">
                        <a:effectLst/>
                      </a:endParaRP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368224"/>
                  </a:ext>
                </a:extLst>
              </a:tr>
              <a:tr h="862994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2025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Deer Oaks – The Behavioral Health Solution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$225,000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Settlement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93301"/>
                  </a:ext>
                </a:extLst>
              </a:tr>
              <a:tr h="374506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2025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Comstar LLC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$75,000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Settlement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7173"/>
                  </a:ext>
                </a:extLst>
              </a:tr>
              <a:tr h="618749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2025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BayCare Health System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$800,000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Settlement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224759"/>
                  </a:ext>
                </a:extLst>
              </a:tr>
              <a:tr h="618749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2025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Vision Upright MRI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$5,000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Settlement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12933"/>
                  </a:ext>
                </a:extLst>
              </a:tr>
              <a:tr h="618749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2025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Comprehensive Neurology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$25,000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Settlement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089326"/>
                  </a:ext>
                </a:extLst>
              </a:tr>
              <a:tr h="374506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2025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PIH Health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$600,000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Settlement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772902"/>
                  </a:ext>
                </a:extLst>
              </a:tr>
              <a:tr h="862994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2025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Guam Memorial Hospital Authority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$25,000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>
                          <a:effectLst/>
                        </a:rPr>
                        <a:t>Settlement</a:t>
                      </a:r>
                    </a:p>
                  </a:txBody>
                  <a:tcPr marL="76200" marR="76200" marT="57150" marB="57150" anchor="ctr">
                    <a:lnL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3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731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036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7657" y="1636915"/>
            <a:ext cx="6815669" cy="2662045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The Health Information Technology for Economic and Clinical Health (HITECH) Act - 2009</a:t>
            </a:r>
          </a:p>
        </p:txBody>
      </p:sp>
    </p:spTree>
    <p:extLst>
      <p:ext uri="{BB962C8B-B14F-4D97-AF65-F5344CB8AC3E}">
        <p14:creationId xmlns:p14="http://schemas.microsoft.com/office/powerpoint/2010/main" val="3507947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52500" y="491751"/>
            <a:ext cx="10481982" cy="762000"/>
          </a:xfrm>
        </p:spPr>
        <p:txBody>
          <a:bodyPr>
            <a:noAutofit/>
          </a:bodyPr>
          <a:lstStyle/>
          <a:p>
            <a:r>
              <a:rPr lang="en-US" sz="5400" dirty="0"/>
              <a:t>		What is the HITECH Act?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1524000" y="1989352"/>
            <a:ext cx="9345769" cy="44441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/>
              <a:t>Enhanced Privacy &amp; Security Protections 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 sz="2600" dirty="0"/>
              <a:t>Increased legal liability for non-compliance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 sz="2600" dirty="0"/>
              <a:t>Greater enforcement.</a:t>
            </a:r>
            <a:endParaRPr lang="en-US" dirty="0"/>
          </a:p>
          <a:p>
            <a:r>
              <a:rPr lang="en-US" sz="2800" dirty="0"/>
              <a:t>Created a national health information infrastructure (Meaningful Use)</a:t>
            </a:r>
          </a:p>
          <a:p>
            <a:pPr lvl="1">
              <a:buFont typeface="Courier New" charset="2"/>
              <a:buChar char="o"/>
            </a:pPr>
            <a:r>
              <a:rPr lang="en-US" sz="2600" dirty="0"/>
              <a:t>Used monetary incentives to encourage widespread adoption of electronic health records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593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7237-09E2-4D60-B28D-F30E55AFC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036" y="320232"/>
            <a:ext cx="10775575" cy="15792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HITECH: Enhanced Privacy and Security Protections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68819-5B02-4685-86C6-52AD262CA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272" y="2039692"/>
            <a:ext cx="9184340" cy="35502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Tiers - Penalties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Breach Notification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Enhanced Business Associate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Access to Electronic Health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Right to Restrict Disclosures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Accounting for Disclosures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350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037" y="662315"/>
            <a:ext cx="9601196" cy="639634"/>
          </a:xfrm>
        </p:spPr>
        <p:txBody>
          <a:bodyPr>
            <a:noAutofit/>
          </a:bodyPr>
          <a:lstStyle/>
          <a:p>
            <a:r>
              <a:rPr lang="en-US" sz="4400" dirty="0"/>
              <a:t>Change in Penalties by Tier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41458"/>
            <a:ext cx="9601196" cy="438349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vl="1"/>
            <a:r>
              <a:rPr lang="en-US" sz="3600" dirty="0"/>
              <a:t>Max Penalty Change – all tiers set at $1.5 million ($2.06 million inflation adjusted in 2024) per year originally</a:t>
            </a:r>
          </a:p>
          <a:p>
            <a:pPr lvl="1"/>
            <a:r>
              <a:rPr lang="en-US" sz="3600" dirty="0"/>
              <a:t>Max Penalty Change per Year in 2019 via "enforcement discretion" (as of 2024)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Tier 1: $34.4k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Tier 2: $137.8k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Tier 3: $344.6k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Tier 4: $2.06 million</a:t>
            </a:r>
          </a:p>
          <a:p>
            <a:pPr lvl="2"/>
            <a:endParaRPr lang="en-US" sz="32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903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037" y="662315"/>
            <a:ext cx="9601196" cy="639634"/>
          </a:xfrm>
        </p:spPr>
        <p:txBody>
          <a:bodyPr>
            <a:noAutofit/>
          </a:bodyPr>
          <a:lstStyle/>
          <a:p>
            <a:r>
              <a:rPr lang="en-US" sz="4400" dirty="0"/>
              <a:t>Maximum Penalties 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41458"/>
            <a:ext cx="9601196" cy="43834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2"/>
            <a:endParaRPr lang="en-US" sz="3200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D7999-7EA3-81DB-D985-B4D9ED152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38" y="1917150"/>
            <a:ext cx="11785636" cy="306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00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6102" y="624110"/>
            <a:ext cx="9718510" cy="1280890"/>
          </a:xfrm>
        </p:spPr>
        <p:txBody>
          <a:bodyPr>
            <a:noAutofit/>
          </a:bodyPr>
          <a:lstStyle/>
          <a:p>
            <a:r>
              <a:rPr lang="en-US" sz="4800" dirty="0"/>
              <a:t>Breach Notification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8736" y="2133600"/>
            <a:ext cx="10245876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4800" dirty="0"/>
              <a:t>Breach Notification Standards (to persons effected by breach):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dirty="0"/>
              <a:t>Notification must be made without reasonable delay and no later than 60 days of discovery of breach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dirty="0"/>
              <a:t>If 500 or more individuals effected – Prominent media outlets must be notified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37878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631" y="243110"/>
            <a:ext cx="10133128" cy="776626"/>
          </a:xfrm>
        </p:spPr>
        <p:txBody>
          <a:bodyPr>
            <a:noAutofit/>
          </a:bodyPr>
          <a:lstStyle/>
          <a:p>
            <a:r>
              <a:rPr lang="en-US" sz="4400" dirty="0"/>
              <a:t>HHS must be Notified of all Breaches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3974" y="2015316"/>
            <a:ext cx="9580638" cy="46130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Immediately if breach involves more than 500 individuals</a:t>
            </a:r>
          </a:p>
          <a:p>
            <a:r>
              <a:rPr lang="en-US" sz="4400" dirty="0"/>
              <a:t>Annually for all other breaches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31468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631" y="243110"/>
            <a:ext cx="10133128" cy="776626"/>
          </a:xfrm>
        </p:spPr>
        <p:txBody>
          <a:bodyPr>
            <a:noAutofit/>
          </a:bodyPr>
          <a:lstStyle/>
          <a:p>
            <a:r>
              <a:rPr lang="en-US" sz="4400" dirty="0"/>
              <a:t>HHS must be Notified of all Breaches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260" y="1337983"/>
            <a:ext cx="10306352" cy="52904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Notice to HHS must include:</a:t>
            </a:r>
            <a:endParaRPr lang="en-US"/>
          </a:p>
          <a:p>
            <a:pPr lvl="1"/>
            <a:r>
              <a:rPr lang="en-US" sz="2400" dirty="0"/>
              <a:t>A description of the breach, including the date of the breach and date of discovery; </a:t>
            </a:r>
          </a:p>
          <a:p>
            <a:pPr lvl="1"/>
            <a:r>
              <a:rPr lang="en-US" sz="2400" dirty="0"/>
              <a:t>The type of PHI involved (such as full name, Social Security number, date of birth, home address or account number); </a:t>
            </a:r>
          </a:p>
          <a:p>
            <a:pPr lvl="1"/>
            <a:r>
              <a:rPr lang="en-US" sz="2400" dirty="0"/>
              <a:t>Steps individuals should take to protect themselves from potential harm resulting from the breach; </a:t>
            </a:r>
          </a:p>
          <a:p>
            <a:pPr lvl="1"/>
            <a:r>
              <a:rPr lang="en-US" sz="2400" dirty="0"/>
              <a:t>Steps the Covered Entity is taking to investigate the breach, mitigate losses and protect against future breaches; and </a:t>
            </a:r>
          </a:p>
          <a:p>
            <a:pPr lvl="1"/>
            <a:r>
              <a:rPr lang="en-US" sz="2400" dirty="0"/>
              <a:t>Contact procedures for individuals to ask questions or receive additional information, including a toll-free telephone number, e-mail address, website or postal address.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459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“Secure”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Encryption</a:t>
            </a:r>
          </a:p>
          <a:p>
            <a:r>
              <a:rPr lang="en-US" sz="3600" dirty="0"/>
              <a:t>Destruction</a:t>
            </a:r>
          </a:p>
          <a:p>
            <a:r>
              <a:rPr lang="en-US" sz="3600" dirty="0"/>
              <a:t>Using these technologies makes PHI considered “Secure” and breach notification is not needed</a:t>
            </a:r>
          </a:p>
        </p:txBody>
      </p:sp>
    </p:spTree>
    <p:extLst>
      <p:ext uri="{BB962C8B-B14F-4D97-AF65-F5344CB8AC3E}">
        <p14:creationId xmlns:p14="http://schemas.microsoft.com/office/powerpoint/2010/main" val="88343376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4901</TotalTime>
  <Words>1594</Words>
  <Application>Microsoft Office PowerPoint</Application>
  <PresentationFormat>Widescreen</PresentationFormat>
  <Paragraphs>190</Paragraphs>
  <Slides>25</Slides>
  <Notes>10</Notes>
  <HiddenSlides>2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Wisp</vt:lpstr>
      <vt:lpstr>Accountability – Title II known as Administrative Simplification Provisions</vt:lpstr>
      <vt:lpstr>Unique Identifiers Rule</vt:lpstr>
      <vt:lpstr>Accountability – Title II known as Administrative Simplification Provisions</vt:lpstr>
      <vt:lpstr>Enforcement Rule</vt:lpstr>
      <vt:lpstr>Penalties – Based on four culpability tiers established by 2009 HITECH Act</vt:lpstr>
      <vt:lpstr>Penalties – On 4/26/19, HHS capped fines </vt:lpstr>
      <vt:lpstr>Possible Jail Time</vt:lpstr>
      <vt:lpstr>Accountability – Title II known as Administrative Simplification Provisions</vt:lpstr>
      <vt:lpstr>Types of Fraud</vt:lpstr>
      <vt:lpstr>Fraud: Billing for Services not Rendered</vt:lpstr>
      <vt:lpstr>Medicare Fraud Example </vt:lpstr>
      <vt:lpstr>Services are Not Medically Necessary</vt:lpstr>
      <vt:lpstr> Falsifying Medical Records</vt:lpstr>
      <vt:lpstr>Waste, Fraud &amp; Abuse Laws</vt:lpstr>
      <vt:lpstr>2024 Largest breaches</vt:lpstr>
      <vt:lpstr>2024 Penalty Examples</vt:lpstr>
      <vt:lpstr>The Health Information Technology for Economic and Clinical Health (HITECH) Act - 2009</vt:lpstr>
      <vt:lpstr>  What is the HITECH Act?</vt:lpstr>
      <vt:lpstr>HITECH: Enhanced Privacy and Security Protections</vt:lpstr>
      <vt:lpstr>Change in Penalties by Tier</vt:lpstr>
      <vt:lpstr>Maximum Penalties by Year</vt:lpstr>
      <vt:lpstr>Breach Notification Regulation</vt:lpstr>
      <vt:lpstr>HHS must be Notified of all Breaches</vt:lpstr>
      <vt:lpstr>HHS must be Notified of all Breaches</vt:lpstr>
      <vt:lpstr>“Secure” Technologies</vt:lpstr>
    </vt:vector>
  </TitlesOfParts>
  <Company>SUNY Stony Brook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Transactions, code sets &amp; billing compliance</dc:title>
  <dc:creator>Musso, Stephanie</dc:creator>
  <cp:lastModifiedBy>Blake Benz</cp:lastModifiedBy>
  <cp:revision>559</cp:revision>
  <dcterms:created xsi:type="dcterms:W3CDTF">2014-09-14T17:46:10Z</dcterms:created>
  <dcterms:modified xsi:type="dcterms:W3CDTF">2025-07-21T21:47:02Z</dcterms:modified>
</cp:coreProperties>
</file>