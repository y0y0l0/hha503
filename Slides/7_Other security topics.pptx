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99" r:id="rId4"/>
  </p:sldMasterIdLst>
  <p:notesMasterIdLst>
    <p:notesMasterId r:id="rId11"/>
  </p:notesMasterIdLst>
  <p:handoutMasterIdLst>
    <p:handoutMasterId r:id="rId12"/>
  </p:handoutMasterIdLst>
  <p:sldIdLst>
    <p:sldId id="256" r:id="rId5"/>
    <p:sldId id="292" r:id="rId6"/>
    <p:sldId id="295" r:id="rId7"/>
    <p:sldId id="293" r:id="rId8"/>
    <p:sldId id="283" r:id="rId9"/>
    <p:sldId id="264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65359"/>
    <a:srgbClr val="969FA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88625A2-02AB-BA42-917A-A855B73BFBB3}" v="12" dt="2025-08-13T23:29:59.860"/>
  </p1510:revLst>
</p1510:revInfo>
</file>

<file path=ppt/tableStyles.xml><?xml version="1.0" encoding="utf-8"?>
<a:tblStyleLst xmlns:a="http://schemas.openxmlformats.org/drawingml/2006/main" def="{912C8C85-51F0-491E-9774-3900AFEF0FD7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5388" autoAdjust="0"/>
  </p:normalViewPr>
  <p:slideViewPr>
    <p:cSldViewPr snapToGrid="0" showGuides="1">
      <p:cViewPr varScale="1">
        <p:scale>
          <a:sx n="97" d="100"/>
          <a:sy n="97" d="100"/>
        </p:scale>
        <p:origin x="216" y="306"/>
      </p:cViewPr>
      <p:guideLst/>
    </p:cSldViewPr>
  </p:slideViewPr>
  <p:outlineViewPr>
    <p:cViewPr>
      <p:scale>
        <a:sx n="33" d="100"/>
        <a:sy n="33" d="100"/>
      </p:scale>
      <p:origin x="0" y="-4982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-1757"/>
    </p:cViewPr>
  </p:sorterViewPr>
  <p:notesViewPr>
    <p:cSldViewPr snapToGrid="0">
      <p:cViewPr varScale="1">
        <p:scale>
          <a:sx n="58" d="100"/>
          <a:sy n="58" d="100"/>
        </p:scale>
        <p:origin x="3240" y="67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handoutMaster" Target="handoutMasters/handoutMaster1.xml"/><Relationship Id="rId17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6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5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microsoft.com/office/2018/10/relationships/authors" Target="author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lake Benz" userId="8a97c15f36056bdc" providerId="Windows Live" clId="Web-{D88625A2-02AB-BA42-917A-A855B73BFBB3}"/>
    <pc:docChg chg="modSld">
      <pc:chgData name="Blake Benz" userId="8a97c15f36056bdc" providerId="Windows Live" clId="Web-{D88625A2-02AB-BA42-917A-A855B73BFBB3}" dt="2025-08-13T23:29:59.860" v="8" actId="14100"/>
      <pc:docMkLst>
        <pc:docMk/>
      </pc:docMkLst>
      <pc:sldChg chg="delSp modSp">
        <pc:chgData name="Blake Benz" userId="8a97c15f36056bdc" providerId="Windows Live" clId="Web-{D88625A2-02AB-BA42-917A-A855B73BFBB3}" dt="2025-08-13T23:29:50.547" v="7" actId="1076"/>
        <pc:sldMkLst>
          <pc:docMk/>
          <pc:sldMk cId="2201125929" sldId="292"/>
        </pc:sldMkLst>
        <pc:spChg chg="del mod">
          <ac:chgData name="Blake Benz" userId="8a97c15f36056bdc" providerId="Windows Live" clId="Web-{D88625A2-02AB-BA42-917A-A855B73BFBB3}" dt="2025-08-13T23:29:37.219" v="2"/>
          <ac:spMkLst>
            <pc:docMk/>
            <pc:sldMk cId="2201125929" sldId="292"/>
            <ac:spMk id="3" creationId="{30953263-7644-DD6C-C21E-5019C88B1EA1}"/>
          </ac:spMkLst>
        </pc:spChg>
        <pc:picChg chg="mod">
          <ac:chgData name="Blake Benz" userId="8a97c15f36056bdc" providerId="Windows Live" clId="Web-{D88625A2-02AB-BA42-917A-A855B73BFBB3}" dt="2025-08-13T23:29:41.906" v="3" actId="14100"/>
          <ac:picMkLst>
            <pc:docMk/>
            <pc:sldMk cId="2201125929" sldId="292"/>
            <ac:picMk id="2" creationId="{BD2D0657-E67F-A263-1487-123EFD313E1C}"/>
          </ac:picMkLst>
        </pc:picChg>
        <pc:picChg chg="mod">
          <ac:chgData name="Blake Benz" userId="8a97c15f36056bdc" providerId="Windows Live" clId="Web-{D88625A2-02AB-BA42-917A-A855B73BFBB3}" dt="2025-08-13T23:29:50.547" v="7" actId="1076"/>
          <ac:picMkLst>
            <pc:docMk/>
            <pc:sldMk cId="2201125929" sldId="292"/>
            <ac:picMk id="34" creationId="{63F55FD3-B051-BD22-347E-065B72C87E1C}"/>
          </ac:picMkLst>
        </pc:picChg>
      </pc:sldChg>
      <pc:sldChg chg="modSp">
        <pc:chgData name="Blake Benz" userId="8a97c15f36056bdc" providerId="Windows Live" clId="Web-{D88625A2-02AB-BA42-917A-A855B73BFBB3}" dt="2025-08-13T23:29:59.860" v="8" actId="14100"/>
        <pc:sldMkLst>
          <pc:docMk/>
          <pc:sldMk cId="3695820081" sldId="293"/>
        </pc:sldMkLst>
        <pc:picChg chg="mod">
          <ac:chgData name="Blake Benz" userId="8a97c15f36056bdc" providerId="Windows Live" clId="Web-{D88625A2-02AB-BA42-917A-A855B73BFBB3}" dt="2025-08-13T23:29:59.860" v="8" actId="14100"/>
          <ac:picMkLst>
            <pc:docMk/>
            <pc:sldMk cId="3695820081" sldId="293"/>
            <ac:picMk id="5" creationId="{A98C3236-A95A-C803-CACF-21854829D5F1}"/>
          </ac:picMkLst>
        </pc:pic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B4C3C3A6-B337-4D83-9CDB-B9C35780FF72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1C79A68-3D73-4695-8C1E-3CDBCB536D0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97C6B7-F63D-48F8-8C65-A57506B0F13B}" type="datetimeFigureOut">
              <a:rPr lang="en-US" smtClean="0"/>
              <a:t>8/13/2025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CF5045C-A7CE-41D4-85C5-0E9ACEEF9B2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59ABD0F-F8EA-4B9F-8647-FC7D4AE3D83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4AB78DD-9481-4863-BCCC-946573546DA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504032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C09A0FA-2191-4F92-A1E4-6EB4598AC4EC}" type="datetimeFigureOut">
              <a:rPr lang="en-US" smtClean="0"/>
              <a:t>8/13/2025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63359F2-43EF-4812-9DC0-98C0B1A4068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701116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3359F2-43EF-4812-9DC0-98C0B1A40681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352330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3359F2-43EF-4812-9DC0-98C0B1A40681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7285029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3359F2-43EF-4812-9DC0-98C0B1A40681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3979318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3359F2-43EF-4812-9DC0-98C0B1A40681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070431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3359F2-43EF-4812-9DC0-98C0B1A40681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702711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3359F2-43EF-4812-9DC0-98C0B1A40681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9028957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46534" y="3085764"/>
            <a:ext cx="11298932" cy="3338149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effectLst/>
        </p:spPr>
        <p:txBody>
          <a:bodyPr anchor="b">
            <a:normAutofit/>
          </a:bodyPr>
          <a:lstStyle>
            <a:lvl1pPr>
              <a:defRPr sz="36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</p:spPr>
        <p:txBody>
          <a:bodyPr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7FA0ACE7-29A8-47D3-A7D9-257B711D80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DEC604B9-52E9-4810-8359-47206518D0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5898A89F-CA25-400F-B05A-AECBF2517E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76661567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18872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2340864"/>
            <a:ext cx="11029615" cy="363448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770E6237-3456-439F-802D-3BA93FC7E3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1356D3B5-6063-4A89-B88F-9D3043916F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2B78BF7-69D3-4CE0-A631-50EFD41EEE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59575358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2393950"/>
            <a:ext cx="11029615" cy="2147467"/>
          </a:xfrm>
        </p:spPr>
        <p:txBody>
          <a:bodyPr anchor="b">
            <a:normAutofit/>
          </a:bodyPr>
          <a:lstStyle>
            <a:lvl1pPr algn="l">
              <a:defRPr sz="3600" b="0" cap="all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1582016-5696-4A93-887F-BBB3B9002F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57CFCD5-1192-4E18-8A8F-29E153B44D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E39A109E-5018-4794-92B3-FD5E5BCD95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20148966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5194767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6039" y="2228003"/>
            <a:ext cx="5194769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58614927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1" y="2250891"/>
            <a:ext cx="5194769" cy="557784"/>
          </a:xfrm>
        </p:spPr>
        <p:txBody>
          <a:bodyPr anchor="ctr">
            <a:noAutofit/>
          </a:bodyPr>
          <a:lstStyle>
            <a:lvl1pPr marL="0" indent="0">
              <a:buNone/>
              <a:defRPr sz="20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194" y="2926052"/>
            <a:ext cx="5194766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6039" y="2250892"/>
            <a:ext cx="5194770" cy="553373"/>
          </a:xfrm>
        </p:spPr>
        <p:txBody>
          <a:bodyPr anchor="ctr">
            <a:noAutofit/>
          </a:bodyPr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tabLst/>
              <a:defRPr sz="20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tabLst/>
              <a:defRPr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6037" y="2926052"/>
            <a:ext cx="5194771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74915542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2975325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232013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447817" y="601200"/>
            <a:ext cx="3682723" cy="5815475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7857" y="933450"/>
            <a:ext cx="3031852" cy="1722419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00928" y="1179829"/>
            <a:ext cx="6650991" cy="4658216"/>
          </a:xfrm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67857" y="2836654"/>
            <a:ext cx="3031852" cy="3001392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solidFill>
                  <a:srgbClr val="FFFFFF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0B919CC2-2A65-446F-B538-9E624903544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05951" y="6456916"/>
            <a:ext cx="2844799" cy="365125"/>
          </a:xfrm>
        </p:spPr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B72412AE-119E-4982-8B24-63365EFCA7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1192" y="6452590"/>
            <a:ext cx="6917210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7FC4BB19-6AD1-45CF-9F99-00B109890F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58300" y="6456916"/>
            <a:ext cx="1052510" cy="365125"/>
          </a:xfrm>
        </p:spPr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49890775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7817" y="641350"/>
            <a:ext cx="11290859" cy="3651249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192" y="5260127"/>
            <a:ext cx="11029617" cy="998148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4586436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08733011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8058151" y="599725"/>
            <a:ext cx="3687316" cy="5816950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204200" y="863600"/>
            <a:ext cx="3124200" cy="4807326"/>
          </a:xfrm>
        </p:spPr>
        <p:txBody>
          <a:bodyPr vert="eaVert" anchor="ctr"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4923" y="863600"/>
            <a:ext cx="7161625" cy="4807326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6423B97-A5D4-47B9-8861-73B3707A04CF}"/>
              </a:ext>
            </a:extLst>
          </p:cNvPr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AEC0421-37B4-4481-A10D-69FDF5EC7909}"/>
              </a:ext>
            </a:extLst>
          </p:cNvPr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F7265B5-9F97-4F1E-99E9-74F7B7E62337}"/>
              </a:ext>
            </a:extLst>
          </p:cNvPr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5C74A470-3BD3-4F33-80E5-67E6E87FCB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9A3A30BA-DB50-4D7D-BCDE-17D20FB354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76FF9E58-C0B2-436B-A21C-DB45A00D65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0398872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>
            <a:extLst>
              <a:ext uri="{FF2B5EF4-FFF2-40B4-BE49-F238E27FC236}">
                <a16:creationId xmlns:a16="http://schemas.microsoft.com/office/drawing/2014/main" id="{31937252-EACE-4232-855F-5C47E3F8B08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57200" y="1070901"/>
            <a:ext cx="11265407" cy="1499616"/>
          </a:xfrm>
        </p:spPr>
        <p:txBody>
          <a:bodyPr>
            <a:noAutofit/>
          </a:bodyPr>
          <a:lstStyle>
            <a:lvl1pPr>
              <a:defRPr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25" name="Picture Placeholder 24">
            <a:extLst>
              <a:ext uri="{FF2B5EF4-FFF2-40B4-BE49-F238E27FC236}">
                <a16:creationId xmlns:a16="http://schemas.microsoft.com/office/drawing/2014/main" id="{CBA6DBC1-39A1-48A6-8B81-3CD966D06E8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48055" y="3103684"/>
            <a:ext cx="11274551" cy="3287971"/>
          </a:xfrm>
          <a:solidFill>
            <a:schemeClr val="accent2"/>
          </a:solidFill>
        </p:spPr>
        <p:txBody>
          <a:bodyPr anchor="t" anchorCtr="0">
            <a:normAutofit/>
          </a:bodyPr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222819590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6926BD44-2224-46FF-A4E7-9C9FFE1972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640079"/>
            <a:ext cx="3657600" cy="2100851"/>
          </a:xfrm>
        </p:spPr>
        <p:txBody>
          <a:bodyPr>
            <a:noAutofit/>
          </a:bodyPr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" name="Content Placeholder 5">
            <a:extLst>
              <a:ext uri="{FF2B5EF4-FFF2-40B4-BE49-F238E27FC236}">
                <a16:creationId xmlns:a16="http://schemas.microsoft.com/office/drawing/2014/main" id="{FC87D77D-2EA4-028B-1ACF-E1120CE8F0E0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457201" y="2862470"/>
            <a:ext cx="3657600" cy="3510898"/>
          </a:xfrm>
        </p:spPr>
        <p:txBody>
          <a:bodyPr anchor="t" anchorCtr="0">
            <a:normAutofit/>
          </a:bodyPr>
          <a:lstStyle>
            <a:lvl1pPr marL="0" indent="0">
              <a:buNone/>
              <a:defRPr/>
            </a:lvl1pPr>
          </a:lstStyle>
          <a:p>
            <a:pPr lvl="0"/>
            <a:r>
              <a:rPr lang="en-US" dirty="0"/>
              <a:t>Click to add text 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CCFA45C0-9EBE-13AF-9B5D-9D5F4BF223E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242815" y="640080"/>
            <a:ext cx="7491984" cy="5751576"/>
          </a:xfrm>
          <a:custGeom>
            <a:avLst/>
            <a:gdLst>
              <a:gd name="connsiteX0" fmla="*/ 3800341 w 7491984"/>
              <a:gd name="connsiteY0" fmla="*/ 0 h 5751576"/>
              <a:gd name="connsiteX1" fmla="*/ 7491984 w 7491984"/>
              <a:gd name="connsiteY1" fmla="*/ 0 h 5751576"/>
              <a:gd name="connsiteX2" fmla="*/ 7491984 w 7491984"/>
              <a:gd name="connsiteY2" fmla="*/ 5751576 h 5751576"/>
              <a:gd name="connsiteX3" fmla="*/ 3800341 w 7491984"/>
              <a:gd name="connsiteY3" fmla="*/ 5751576 h 5751576"/>
              <a:gd name="connsiteX4" fmla="*/ 0 w 7491984"/>
              <a:gd name="connsiteY4" fmla="*/ 0 h 5751576"/>
              <a:gd name="connsiteX5" fmla="*/ 3696432 w 7491984"/>
              <a:gd name="connsiteY5" fmla="*/ 0 h 5751576"/>
              <a:gd name="connsiteX6" fmla="*/ 3696432 w 7491984"/>
              <a:gd name="connsiteY6" fmla="*/ 5751576 h 5751576"/>
              <a:gd name="connsiteX7" fmla="*/ 0 w 7491984"/>
              <a:gd name="connsiteY7" fmla="*/ 5751576 h 57515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491984" h="5751576">
                <a:moveTo>
                  <a:pt x="3800341" y="0"/>
                </a:moveTo>
                <a:lnTo>
                  <a:pt x="7491984" y="0"/>
                </a:lnTo>
                <a:lnTo>
                  <a:pt x="7491984" y="5751576"/>
                </a:lnTo>
                <a:lnTo>
                  <a:pt x="3800341" y="5751576"/>
                </a:lnTo>
                <a:close/>
                <a:moveTo>
                  <a:pt x="0" y="0"/>
                </a:moveTo>
                <a:lnTo>
                  <a:pt x="3696432" y="0"/>
                </a:lnTo>
                <a:lnTo>
                  <a:pt x="3696432" y="5751576"/>
                </a:lnTo>
                <a:lnTo>
                  <a:pt x="0" y="5751576"/>
                </a:lnTo>
                <a:close/>
              </a:path>
            </a:pathLst>
          </a:custGeom>
          <a:solidFill>
            <a:schemeClr val="accent2"/>
          </a:solidFill>
        </p:spPr>
        <p:txBody>
          <a:bodyPr wrap="square" anchor="t" anchorCtr="0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to add picture</a:t>
            </a:r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D5DDC5FA-EEDB-898F-533E-4094ADA899B9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E79B0359-4B55-D899-E584-A8E6B2ED9123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6B916D02-76FE-EAED-CC51-A50448811F7D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0682289" y="6423914"/>
            <a:ext cx="1052510" cy="365125"/>
          </a:xfrm>
        </p:spPr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0341733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+ subtitle + pictur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772C41-A024-2F33-1F04-21E003FA72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36882" y="629920"/>
            <a:ext cx="3606800" cy="2809240"/>
          </a:xfrm>
        </p:spPr>
        <p:txBody>
          <a:bodyPr anchor="b">
            <a:noAutofit/>
          </a:bodyPr>
          <a:lstStyle>
            <a:lvl1pPr algn="l"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73BC2DF-9C2A-052C-AD2C-0A8ABAA5037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36881" y="3698240"/>
            <a:ext cx="3606800" cy="2271076"/>
          </a:xfrm>
        </p:spPr>
        <p:txBody>
          <a:bodyPr anchor="t">
            <a:noAutofit/>
          </a:bodyPr>
          <a:lstStyle>
            <a:lvl1pPr marL="0" indent="0" algn="l"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070940-5919-2C95-2278-32E50BF14D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57D599-49CF-19FE-6D86-C5EDB765F4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931DF1-1C8D-86B9-BFDD-098FFC00FD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02608" y="6423914"/>
            <a:ext cx="1052510" cy="365125"/>
          </a:xfrm>
        </p:spPr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454FD2A1-D363-7C44-2A72-54E8B397D31A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236720" y="650240"/>
            <a:ext cx="7518398" cy="5713918"/>
          </a:xfrm>
          <a:custGeom>
            <a:avLst/>
            <a:gdLst>
              <a:gd name="connsiteX0" fmla="*/ 3806436 w 7518398"/>
              <a:gd name="connsiteY0" fmla="*/ 4479475 h 5713918"/>
              <a:gd name="connsiteX1" fmla="*/ 7518398 w 7518398"/>
              <a:gd name="connsiteY1" fmla="*/ 4479475 h 5713918"/>
              <a:gd name="connsiteX2" fmla="*/ 7518398 w 7518398"/>
              <a:gd name="connsiteY2" fmla="*/ 5713918 h 5713918"/>
              <a:gd name="connsiteX3" fmla="*/ 3806436 w 7518398"/>
              <a:gd name="connsiteY3" fmla="*/ 5713918 h 5713918"/>
              <a:gd name="connsiteX4" fmla="*/ 0 w 7518398"/>
              <a:gd name="connsiteY4" fmla="*/ 4479475 h 5713918"/>
              <a:gd name="connsiteX5" fmla="*/ 3702527 w 7518398"/>
              <a:gd name="connsiteY5" fmla="*/ 4479475 h 5713918"/>
              <a:gd name="connsiteX6" fmla="*/ 3702527 w 7518398"/>
              <a:gd name="connsiteY6" fmla="*/ 5713918 h 5713918"/>
              <a:gd name="connsiteX7" fmla="*/ 0 w 7518398"/>
              <a:gd name="connsiteY7" fmla="*/ 5713918 h 5713918"/>
              <a:gd name="connsiteX8" fmla="*/ 3806436 w 7518398"/>
              <a:gd name="connsiteY8" fmla="*/ 0 h 5713918"/>
              <a:gd name="connsiteX9" fmla="*/ 7518398 w 7518398"/>
              <a:gd name="connsiteY9" fmla="*/ 0 h 5713918"/>
              <a:gd name="connsiteX10" fmla="*/ 7518398 w 7518398"/>
              <a:gd name="connsiteY10" fmla="*/ 4379183 h 5713918"/>
              <a:gd name="connsiteX11" fmla="*/ 3806436 w 7518398"/>
              <a:gd name="connsiteY11" fmla="*/ 4379183 h 5713918"/>
              <a:gd name="connsiteX12" fmla="*/ 0 w 7518398"/>
              <a:gd name="connsiteY12" fmla="*/ 0 h 5713918"/>
              <a:gd name="connsiteX13" fmla="*/ 3702527 w 7518398"/>
              <a:gd name="connsiteY13" fmla="*/ 0 h 5713918"/>
              <a:gd name="connsiteX14" fmla="*/ 3702527 w 7518398"/>
              <a:gd name="connsiteY14" fmla="*/ 4379183 h 5713918"/>
              <a:gd name="connsiteX15" fmla="*/ 0 w 7518398"/>
              <a:gd name="connsiteY15" fmla="*/ 4379183 h 57139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7518398" h="5713918">
                <a:moveTo>
                  <a:pt x="3806436" y="4479475"/>
                </a:moveTo>
                <a:lnTo>
                  <a:pt x="7518398" y="4479475"/>
                </a:lnTo>
                <a:lnTo>
                  <a:pt x="7518398" y="5713918"/>
                </a:lnTo>
                <a:lnTo>
                  <a:pt x="3806436" y="5713918"/>
                </a:lnTo>
                <a:close/>
                <a:moveTo>
                  <a:pt x="0" y="4479475"/>
                </a:moveTo>
                <a:lnTo>
                  <a:pt x="3702527" y="4479475"/>
                </a:lnTo>
                <a:lnTo>
                  <a:pt x="3702527" y="5713918"/>
                </a:lnTo>
                <a:lnTo>
                  <a:pt x="0" y="5713918"/>
                </a:lnTo>
                <a:close/>
                <a:moveTo>
                  <a:pt x="3806436" y="0"/>
                </a:moveTo>
                <a:lnTo>
                  <a:pt x="7518398" y="0"/>
                </a:lnTo>
                <a:lnTo>
                  <a:pt x="7518398" y="4379183"/>
                </a:lnTo>
                <a:lnTo>
                  <a:pt x="3806436" y="4379183"/>
                </a:lnTo>
                <a:close/>
                <a:moveTo>
                  <a:pt x="0" y="0"/>
                </a:moveTo>
                <a:lnTo>
                  <a:pt x="3702527" y="0"/>
                </a:lnTo>
                <a:lnTo>
                  <a:pt x="3702527" y="4379183"/>
                </a:lnTo>
                <a:lnTo>
                  <a:pt x="0" y="4379183"/>
                </a:lnTo>
                <a:close/>
              </a:path>
            </a:pathLst>
          </a:custGeom>
          <a:solidFill>
            <a:schemeClr val="accent2"/>
          </a:solidFill>
        </p:spPr>
        <p:txBody>
          <a:bodyPr wrap="square" anchor="t"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3577958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ntroduction bot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F9CC542F-D03C-4537-9B6E-7F653B65152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2878091"/>
            <a:ext cx="3729789" cy="3440485"/>
          </a:xfrm>
        </p:spPr>
        <p:txBody>
          <a:bodyPr tIns="182880" bIns="182880" anchor="ctr" anchorCtr="0">
            <a:noAutofit/>
          </a:bodyPr>
          <a:lstStyle/>
          <a:p>
            <a:r>
              <a:rPr lang="en-US" dirty="0"/>
              <a:t>Click to add title</a:t>
            </a:r>
            <a:endParaRPr lang="en-US" dirty="0">
              <a:solidFill>
                <a:schemeClr val="tx2"/>
              </a:solidFill>
            </a:endParaRP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30F1D2B-CBE7-6279-2158-7A9F3B5D5C61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457200" y="670560"/>
            <a:ext cx="11267440" cy="2139696"/>
          </a:xfrm>
          <a:custGeom>
            <a:avLst/>
            <a:gdLst>
              <a:gd name="connsiteX0" fmla="*/ 3783068 w 11267440"/>
              <a:gd name="connsiteY0" fmla="*/ 0 h 2139696"/>
              <a:gd name="connsiteX1" fmla="*/ 11267440 w 11267440"/>
              <a:gd name="connsiteY1" fmla="*/ 0 h 2139696"/>
              <a:gd name="connsiteX2" fmla="*/ 11267440 w 11267440"/>
              <a:gd name="connsiteY2" fmla="*/ 2139696 h 2139696"/>
              <a:gd name="connsiteX3" fmla="*/ 3783068 w 11267440"/>
              <a:gd name="connsiteY3" fmla="*/ 2139696 h 2139696"/>
              <a:gd name="connsiteX4" fmla="*/ 0 w 11267440"/>
              <a:gd name="connsiteY4" fmla="*/ 0 h 2139696"/>
              <a:gd name="connsiteX5" fmla="*/ 3677799 w 11267440"/>
              <a:gd name="connsiteY5" fmla="*/ 0 h 2139696"/>
              <a:gd name="connsiteX6" fmla="*/ 3677799 w 11267440"/>
              <a:gd name="connsiteY6" fmla="*/ 2139696 h 2139696"/>
              <a:gd name="connsiteX7" fmla="*/ 0 w 11267440"/>
              <a:gd name="connsiteY7" fmla="*/ 2139696 h 21396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1267440" h="2139696">
                <a:moveTo>
                  <a:pt x="3783068" y="0"/>
                </a:moveTo>
                <a:lnTo>
                  <a:pt x="11267440" y="0"/>
                </a:lnTo>
                <a:lnTo>
                  <a:pt x="11267440" y="2139696"/>
                </a:lnTo>
                <a:lnTo>
                  <a:pt x="3783068" y="2139696"/>
                </a:lnTo>
                <a:close/>
                <a:moveTo>
                  <a:pt x="0" y="0"/>
                </a:moveTo>
                <a:lnTo>
                  <a:pt x="3677799" y="0"/>
                </a:lnTo>
                <a:lnTo>
                  <a:pt x="3677799" y="2139696"/>
                </a:lnTo>
                <a:lnTo>
                  <a:pt x="0" y="2139696"/>
                </a:lnTo>
                <a:close/>
              </a:path>
            </a:pathLst>
          </a:custGeom>
          <a:solidFill>
            <a:schemeClr val="accent2"/>
          </a:solidFill>
        </p:spPr>
        <p:txBody>
          <a:bodyPr wrap="square" anchor="t" anchorCtr="0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to add picture</a:t>
            </a:r>
          </a:p>
        </p:txBody>
      </p:sp>
      <p:sp>
        <p:nvSpPr>
          <p:cNvPr id="7" name="Content Placeholder 5">
            <a:extLst>
              <a:ext uri="{FF2B5EF4-FFF2-40B4-BE49-F238E27FC236}">
                <a16:creationId xmlns:a16="http://schemas.microsoft.com/office/drawing/2014/main" id="{135EE74D-5A60-B83C-5C2D-7B6FEA778FCB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4305827" y="2878091"/>
            <a:ext cx="7418813" cy="3440485"/>
          </a:xfrm>
        </p:spPr>
        <p:txBody>
          <a:bodyPr anchor="ctr" anchorCtr="0">
            <a:normAutofit/>
          </a:bodyPr>
          <a:lstStyle>
            <a:lvl1pPr marL="283464" indent="-283464">
              <a:buFont typeface="Arial" panose="020B0604020202020204" pitchFamily="34" charset="0"/>
              <a:buChar char="•"/>
              <a:defRPr/>
            </a:lvl1pPr>
            <a:lvl2pPr marL="283464" indent="-283464">
              <a:buFont typeface="Arial" panose="020B0604020202020204" pitchFamily="34" charset="0"/>
              <a:buChar char="•"/>
              <a:defRPr/>
            </a:lvl2pPr>
            <a:lvl3pPr marL="283464" indent="-283464">
              <a:buFont typeface="Arial" panose="020B0604020202020204" pitchFamily="34" charset="0"/>
              <a:buChar char="•"/>
              <a:defRPr/>
            </a:lvl3pPr>
            <a:lvl4pPr marL="283464" indent="-283464">
              <a:buFont typeface="Arial" panose="020B0604020202020204" pitchFamily="34" charset="0"/>
              <a:buChar char="•"/>
              <a:defRPr/>
            </a:lvl4pPr>
            <a:lvl5pPr marL="283464" indent="-283464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 dirty="0"/>
              <a:t>Click to add text 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2BCF1FAD-0BAD-2574-3352-B152DF76C150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EC328E41-645E-D257-FFF3-93344A8E4FA5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DEF9E45A-6561-C074-14CE-B3B63476D221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10672130" y="6423914"/>
            <a:ext cx="1052510" cy="365125"/>
          </a:xfrm>
        </p:spPr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4858364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+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772C41-A024-2F33-1F04-21E003FA72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43000"/>
            <a:ext cx="9144000" cy="2585720"/>
          </a:xfrm>
        </p:spPr>
        <p:txBody>
          <a:bodyPr anchor="b">
            <a:noAutofit/>
          </a:bodyPr>
          <a:lstStyle>
            <a:lvl1pPr algn="ctr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73BC2DF-9C2A-052C-AD2C-0A8ABAA5037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799840"/>
            <a:ext cx="9144000" cy="2052320"/>
          </a:xfrm>
        </p:spPr>
        <p:txBody>
          <a:bodyPr anchor="t">
            <a:noAutofit/>
          </a:bodyPr>
          <a:lstStyle>
            <a:lvl1pPr marL="0" indent="0" algn="ctr"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2968537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wo Conten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57200" y="690880"/>
            <a:ext cx="1126744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ECA520B1-DC84-A47D-1F5E-CCD567EB2D86}"/>
              </a:ext>
            </a:extLst>
          </p:cNvPr>
          <p:cNvSpPr>
            <a:spLocks noGrp="1"/>
          </p:cNvSpPr>
          <p:nvPr>
            <p:ph sz="half" idx="13" hasCustomPrompt="1"/>
          </p:nvPr>
        </p:nvSpPr>
        <p:spPr>
          <a:xfrm>
            <a:off x="457200" y="2187362"/>
            <a:ext cx="3657600" cy="3633047"/>
          </a:xfrm>
        </p:spPr>
        <p:txBody>
          <a:bodyPr anchor="t">
            <a:normAutofit/>
          </a:bodyPr>
          <a:lstStyle>
            <a:lvl1pPr marL="342900" indent="-342900">
              <a:buFont typeface="+mj-lt"/>
              <a:buAutoNum type="arabicPeriod"/>
              <a:defRPr sz="1800"/>
            </a:lvl1pPr>
            <a:lvl2pPr marL="914400" indent="-342900">
              <a:buFont typeface="+mj-lt"/>
              <a:buAutoNum type="alphaLcPeriod"/>
              <a:defRPr sz="1800"/>
            </a:lvl2pPr>
            <a:lvl3pPr marL="1371600" indent="-342900">
              <a:buFont typeface="+mj-lt"/>
              <a:buAutoNum type="arabicPeriod"/>
              <a:defRPr sz="1800"/>
            </a:lvl3pPr>
            <a:lvl4pPr marL="1600200" indent="-342900">
              <a:buFont typeface="+mj-lt"/>
              <a:buAutoNum type="alphaLcParenR"/>
              <a:defRPr sz="1800"/>
            </a:lvl4pPr>
            <a:lvl5pPr marL="2057400" indent="-400050">
              <a:buFont typeface="+mj-lt"/>
              <a:buAutoNum type="romanLcPeriod"/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4282437" y="2187361"/>
            <a:ext cx="7442203" cy="3633047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0">
              <a:defRPr sz="1800"/>
            </a:lvl2pPr>
            <a:lvl3pPr marL="548640">
              <a:defRPr sz="1800"/>
            </a:lvl3pPr>
            <a:lvl4pPr marL="822960">
              <a:defRPr sz="1800"/>
            </a:lvl4pPr>
            <a:lvl5pPr marL="1097280"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57200" y="6423914"/>
            <a:ext cx="7041202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558300" y="6423914"/>
            <a:ext cx="1166340" cy="365125"/>
          </a:xfrm>
        </p:spPr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98338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2336002"/>
            <a:ext cx="11029616" cy="365204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05951" y="6423914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20XX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58300" y="6423914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E457D222-120F-E222-DE7E-B44B0BC1863F}"/>
              </a:ext>
            </a:extLst>
          </p:cNvPr>
          <p:cNvGrpSpPr/>
          <p:nvPr userDrawn="1"/>
        </p:nvGrpSpPr>
        <p:grpSpPr>
          <a:xfrm>
            <a:off x="428696" y="482137"/>
            <a:ext cx="11301155" cy="81191"/>
            <a:chOff x="428696" y="482137"/>
            <a:chExt cx="11301155" cy="81191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09DF259B-1168-B954-21F8-A08A3C462F3C}"/>
                </a:ext>
              </a:extLst>
            </p:cNvPr>
            <p:cNvSpPr/>
            <p:nvPr/>
          </p:nvSpPr>
          <p:spPr>
            <a:xfrm flipV="1">
              <a:off x="428696" y="482137"/>
              <a:ext cx="3703321" cy="81191"/>
            </a:xfrm>
            <a:prstGeom prst="rect">
              <a:avLst/>
            </a:prstGeom>
            <a:solidFill>
              <a:schemeClr val="accent3"/>
            </a:solidFill>
            <a:ln w="5397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FB5A595C-AA3A-9D82-01BB-7810CE5F7A5E}"/>
                </a:ext>
              </a:extLst>
            </p:cNvPr>
            <p:cNvSpPr/>
            <p:nvPr/>
          </p:nvSpPr>
          <p:spPr>
            <a:xfrm flipV="1">
              <a:off x="4235926" y="482137"/>
              <a:ext cx="3703321" cy="81191"/>
            </a:xfrm>
            <a:prstGeom prst="rect">
              <a:avLst/>
            </a:prstGeom>
            <a:solidFill>
              <a:schemeClr val="accent1"/>
            </a:solidFill>
            <a:ln w="5397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1178CB63-8F78-566B-8120-9DC73FB7B23B}"/>
                </a:ext>
              </a:extLst>
            </p:cNvPr>
            <p:cNvSpPr/>
            <p:nvPr/>
          </p:nvSpPr>
          <p:spPr>
            <a:xfrm flipV="1">
              <a:off x="8026530" y="482137"/>
              <a:ext cx="3703321" cy="81191"/>
            </a:xfrm>
            <a:prstGeom prst="rect">
              <a:avLst/>
            </a:prstGeom>
            <a:solidFill>
              <a:schemeClr val="accent4"/>
            </a:solidFill>
            <a:ln w="5397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109105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00" r:id="rId1"/>
    <p:sldLayoutId id="2147483801" r:id="rId2"/>
    <p:sldLayoutId id="2147483802" r:id="rId3"/>
    <p:sldLayoutId id="2147483803" r:id="rId4"/>
    <p:sldLayoutId id="2147483804" r:id="rId5"/>
    <p:sldLayoutId id="2147483805" r:id="rId6"/>
    <p:sldLayoutId id="2147483806" r:id="rId7"/>
    <p:sldLayoutId id="2147483807" r:id="rId8"/>
    <p:sldLayoutId id="2147483808" r:id="rId9"/>
    <p:sldLayoutId id="2147483809" r:id="rId10"/>
    <p:sldLayoutId id="2147483810" r:id="rId11"/>
    <p:sldLayoutId id="2147483811" r:id="rId12"/>
    <p:sldLayoutId id="2147483812" r:id="rId13"/>
    <p:sldLayoutId id="2147483814" r:id="rId14"/>
    <p:sldLayoutId id="2147483815" r:id="rId15"/>
    <p:sldLayoutId id="2147483816" r:id="rId16"/>
    <p:sldLayoutId id="2147483817" r:id="rId17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2800" b="0" kern="1200" cap="all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3.xml"/><Relationship Id="rId1" Type="http://schemas.openxmlformats.org/officeDocument/2006/relationships/video" Target="https://www.youtube.com/embed/dwLCCKXa8qY?feature=oembed" TargetMode="External"/><Relationship Id="rId5" Type="http://schemas.openxmlformats.org/officeDocument/2006/relationships/image" Target="../media/image3.jpeg"/><Relationship Id="rId4" Type="http://schemas.openxmlformats.org/officeDocument/2006/relationships/image" Target="../media/image2.jp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4.xml"/><Relationship Id="rId1" Type="http://schemas.openxmlformats.org/officeDocument/2006/relationships/video" Target="https://player.vimeo.com/video/749587307?app_id=122963" TargetMode="External"/><Relationship Id="rId5" Type="http://schemas.openxmlformats.org/officeDocument/2006/relationships/image" Target="../media/image5.jpe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5.xml"/><Relationship Id="rId1" Type="http://schemas.openxmlformats.org/officeDocument/2006/relationships/video" Target="https://www.youtube.com/embed/da07jekoEeM?feature=oembed" TargetMode="External"/><Relationship Id="rId5" Type="http://schemas.openxmlformats.org/officeDocument/2006/relationships/image" Target="../media/image7.jpeg"/><Relationship Id="rId4" Type="http://schemas.openxmlformats.org/officeDocument/2006/relationships/image" Target="../media/image6.jp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6.xml"/><Relationship Id="rId1" Type="http://schemas.openxmlformats.org/officeDocument/2006/relationships/video" Target="https://www.youtube.com/embed/sjaaNC_jhR4?feature=oembed" TargetMode="External"/><Relationship Id="rId4" Type="http://schemas.openxmlformats.org/officeDocument/2006/relationships/image" Target="../media/image8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7.xml"/><Relationship Id="rId1" Type="http://schemas.openxmlformats.org/officeDocument/2006/relationships/video" Target="https://www.youtube.com/embed/gipw8SsTkf0?feature=oembed" TargetMode="External"/><Relationship Id="rId4" Type="http://schemas.openxmlformats.org/officeDocument/2006/relationships/image" Target="../media/image9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479F0267-9D1C-BDA9-A152-B01CD379FC9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Healthcare, security and technology</a:t>
            </a:r>
          </a:p>
        </p:txBody>
      </p:sp>
      <p:pic>
        <p:nvPicPr>
          <p:cNvPr id="10" name="Picture Placeholder 9" descr="A stethoscope on a clipboard">
            <a:extLst>
              <a:ext uri="{FF2B5EF4-FFF2-40B4-BE49-F238E27FC236}">
                <a16:creationId xmlns:a16="http://schemas.microsoft.com/office/drawing/2014/main" id="{CC4B82FA-2EA0-5319-6B9C-8D78349FCB09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3"/>
          <a:srcRect t="28164" b="28164"/>
          <a:stretch/>
        </p:blipFill>
        <p:spPr/>
      </p:pic>
    </p:spTree>
    <p:extLst>
      <p:ext uri="{BB962C8B-B14F-4D97-AF65-F5344CB8AC3E}">
        <p14:creationId xmlns:p14="http://schemas.microsoft.com/office/powerpoint/2010/main" val="10397590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Picture Placeholder 21" descr="A close-up of a stethoscope">
            <a:extLst>
              <a:ext uri="{FF2B5EF4-FFF2-40B4-BE49-F238E27FC236}">
                <a16:creationId xmlns:a16="http://schemas.microsoft.com/office/drawing/2014/main" id="{63F55FD3-B051-BD22-347E-065B72C87E1C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4"/>
          <a:srcRect l="148" r="148"/>
          <a:stretch/>
        </p:blipFill>
        <p:spPr>
          <a:xfrm>
            <a:off x="9228168" y="4631064"/>
            <a:ext cx="2945034" cy="2225021"/>
          </a:xfrm>
        </p:spPr>
      </p:pic>
      <p:pic>
        <p:nvPicPr>
          <p:cNvPr id="2" name="Online Media 1" title="How Blockchain Technology Could Change Healthcare">
            <a:hlinkClick r:id="" action="ppaction://media"/>
            <a:extLst>
              <a:ext uri="{FF2B5EF4-FFF2-40B4-BE49-F238E27FC236}">
                <a16:creationId xmlns:a16="http://schemas.microsoft.com/office/drawing/2014/main" id="{BD2D0657-E67F-A263-1487-123EFD313E1C}"/>
              </a:ext>
            </a:extLst>
          </p:cNvPr>
          <p:cNvPicPr>
            <a:picLocks noRot="1" noChangeAspect="1"/>
          </p:cNvPicPr>
          <p:nvPr>
            <a:videoFile r:link="rId1"/>
          </p:nvPr>
        </p:nvPicPr>
        <p:blipFill>
          <a:blip r:embed="rId5"/>
          <a:stretch>
            <a:fillRect/>
          </a:stretch>
        </p:blipFill>
        <p:spPr>
          <a:xfrm>
            <a:off x="869330" y="1366828"/>
            <a:ext cx="8364645" cy="47291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11259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Picture Placeholder 20" descr="A person in a white coat with a stethoscope around her neck">
            <a:extLst>
              <a:ext uri="{FF2B5EF4-FFF2-40B4-BE49-F238E27FC236}">
                <a16:creationId xmlns:a16="http://schemas.microsoft.com/office/drawing/2014/main" id="{244AC564-6A07-A90A-B027-67CD2423BBD3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4"/>
          <a:srcRect t="354" b="354"/>
          <a:stretch/>
        </p:blipFill>
        <p:spPr>
          <a:xfrm>
            <a:off x="404591" y="383457"/>
            <a:ext cx="4143481" cy="3149010"/>
          </a:xfr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99D1AD5F-C686-80C0-BDE3-C622FFB1B455}"/>
              </a:ext>
            </a:extLst>
          </p:cNvPr>
          <p:cNvSpPr txBox="1"/>
          <p:nvPr/>
        </p:nvSpPr>
        <p:spPr>
          <a:xfrm>
            <a:off x="4984955" y="894735"/>
            <a:ext cx="67449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Zero Knowledge Proofs in Blockchain</a:t>
            </a:r>
          </a:p>
        </p:txBody>
      </p:sp>
      <p:pic>
        <p:nvPicPr>
          <p:cNvPr id="11" name="Online Media 10" title="Zero Knowledge Proofs Explained | ZKX Solutions">
            <a:hlinkClick r:id="" action="ppaction://media"/>
            <a:extLst>
              <a:ext uri="{FF2B5EF4-FFF2-40B4-BE49-F238E27FC236}">
                <a16:creationId xmlns:a16="http://schemas.microsoft.com/office/drawing/2014/main" id="{E41C189D-097B-26C3-360E-9182AA38B4DB}"/>
              </a:ext>
            </a:extLst>
          </p:cNvPr>
          <p:cNvPicPr>
            <a:picLocks noRot="1" noChangeAspect="1"/>
          </p:cNvPicPr>
          <p:nvPr>
            <a:videoFile r:link="rId1"/>
          </p:nvPr>
        </p:nvPicPr>
        <p:blipFill>
          <a:blip r:embed="rId5"/>
          <a:stretch>
            <a:fillRect/>
          </a:stretch>
        </p:blipFill>
        <p:spPr>
          <a:xfrm>
            <a:off x="4666819" y="2153264"/>
            <a:ext cx="7338675" cy="41344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53062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1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11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1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E618A4-5020-A570-BAAC-71C22849B3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of </a:t>
            </a:r>
            <a:r>
              <a:rPr lang="en-US" dirty="0" err="1"/>
              <a:t>zKP</a:t>
            </a:r>
            <a:r>
              <a:rPr lang="en-US" dirty="0"/>
              <a:t> with HER</a:t>
            </a:r>
            <a:br>
              <a:rPr lang="en-US" dirty="0"/>
            </a:br>
            <a:br>
              <a:rPr lang="en-US" dirty="0"/>
            </a:br>
            <a:r>
              <a:rPr lang="en-US" dirty="0"/>
              <a:t>What other applications can you imagine this would be valuable for?</a:t>
            </a:r>
          </a:p>
        </p:txBody>
      </p:sp>
      <p:pic>
        <p:nvPicPr>
          <p:cNvPr id="16" name="Picture Placeholder 15" descr="A group of surgeons wearing surgical caps and masks">
            <a:extLst>
              <a:ext uri="{FF2B5EF4-FFF2-40B4-BE49-F238E27FC236}">
                <a16:creationId xmlns:a16="http://schemas.microsoft.com/office/drawing/2014/main" id="{6EFD6230-A50E-3A63-7B72-59A8449CAEE2}"/>
              </a:ext>
            </a:extLst>
          </p:cNvPr>
          <p:cNvPicPr>
            <a:picLocks noGrp="1" noChangeAspect="1"/>
          </p:cNvPicPr>
          <p:nvPr>
            <p:ph type="pic" sz="quarter" idx="19"/>
          </p:nvPr>
        </p:nvPicPr>
        <p:blipFill rotWithShape="1">
          <a:blip r:embed="rId4"/>
          <a:srcRect t="35757" b="35757"/>
          <a:stretch/>
        </p:blipFill>
        <p:spPr>
          <a:xfrm>
            <a:off x="457200" y="670560"/>
            <a:ext cx="8549148" cy="1623490"/>
          </a:xfrm>
        </p:spPr>
      </p:pic>
      <p:pic>
        <p:nvPicPr>
          <p:cNvPr id="5" name="Online Media 4" title="zPass: Secure ID for Medical Records | Aleo Tutorials">
            <a:hlinkClick r:id="" action="ppaction://media"/>
            <a:extLst>
              <a:ext uri="{FF2B5EF4-FFF2-40B4-BE49-F238E27FC236}">
                <a16:creationId xmlns:a16="http://schemas.microsoft.com/office/drawing/2014/main" id="{A98C3236-A95A-C803-CACF-21854829D5F1}"/>
              </a:ext>
            </a:extLst>
          </p:cNvPr>
          <p:cNvPicPr>
            <a:picLocks noRot="1" noChangeAspect="1"/>
          </p:cNvPicPr>
          <p:nvPr>
            <a:videoFile r:link="rId1"/>
          </p:nvPr>
        </p:nvPicPr>
        <p:blipFill>
          <a:blip r:embed="rId5"/>
          <a:stretch>
            <a:fillRect/>
          </a:stretch>
        </p:blipFill>
        <p:spPr>
          <a:xfrm>
            <a:off x="4204195" y="2312076"/>
            <a:ext cx="7519219" cy="42684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58200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05A7E77-1DC0-9D60-728C-358F26566FD6}"/>
              </a:ext>
            </a:extLst>
          </p:cNvPr>
          <p:cNvSpPr txBox="1"/>
          <p:nvPr/>
        </p:nvSpPr>
        <p:spPr>
          <a:xfrm>
            <a:off x="786580" y="455416"/>
            <a:ext cx="898668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/>
              <a:t>Artificial Intelligence and Security in Healthcare</a:t>
            </a:r>
          </a:p>
        </p:txBody>
      </p:sp>
      <p:pic>
        <p:nvPicPr>
          <p:cNvPr id="7" name="Online Media 6" title="Can hospitals trust AI with sensitive patient data?—with Mika Newton">
            <a:hlinkClick r:id="" action="ppaction://media"/>
            <a:extLst>
              <a:ext uri="{FF2B5EF4-FFF2-40B4-BE49-F238E27FC236}">
                <a16:creationId xmlns:a16="http://schemas.microsoft.com/office/drawing/2014/main" id="{200D435D-9415-421C-D44F-6382E80FD558}"/>
              </a:ext>
            </a:extLst>
          </p:cNvPr>
          <p:cNvPicPr>
            <a:picLocks noRot="1" noChangeAspect="1"/>
          </p:cNvPicPr>
          <p:nvPr>
            <a:videoFile r:link="rId1"/>
          </p:nvPr>
        </p:nvPicPr>
        <p:blipFill>
          <a:blip r:embed="rId4"/>
          <a:stretch>
            <a:fillRect/>
          </a:stretch>
        </p:blipFill>
        <p:spPr>
          <a:xfrm>
            <a:off x="4632344" y="2448065"/>
            <a:ext cx="7535444" cy="425753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1AD58C68-6694-07FC-675F-9659E8BA2B1C}"/>
              </a:ext>
            </a:extLst>
          </p:cNvPr>
          <p:cNvSpPr txBox="1"/>
          <p:nvPr/>
        </p:nvSpPr>
        <p:spPr>
          <a:xfrm>
            <a:off x="88490" y="1259264"/>
            <a:ext cx="632214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Open Source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Llama 3 – Meta – language understanding/multilingual tasks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DeepSeek – Chinese Hedge fund High-Flyer – math/reasoning</a:t>
            </a:r>
          </a:p>
        </p:txBody>
      </p:sp>
    </p:spTree>
    <p:extLst>
      <p:ext uri="{BB962C8B-B14F-4D97-AF65-F5344CB8AC3E}">
        <p14:creationId xmlns:p14="http://schemas.microsoft.com/office/powerpoint/2010/main" val="4351953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7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FF0FD1A0-C075-EE18-B3AE-363C242D0B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690880"/>
            <a:ext cx="11267440" cy="469326"/>
          </a:xfrm>
        </p:spPr>
        <p:txBody>
          <a:bodyPr>
            <a:normAutofit fontScale="90000"/>
          </a:bodyPr>
          <a:lstStyle/>
          <a:p>
            <a:r>
              <a:rPr lang="en-US" dirty="0"/>
              <a:t>EHR Interoperability</a:t>
            </a:r>
          </a:p>
        </p:txBody>
      </p:sp>
      <p:pic>
        <p:nvPicPr>
          <p:cNvPr id="6" name="Online Media 5" title="How does Electronic Health Records (EHR) Interoperability Work? #healthdataexchange">
            <a:hlinkClick r:id="" action="ppaction://media"/>
            <a:extLst>
              <a:ext uri="{FF2B5EF4-FFF2-40B4-BE49-F238E27FC236}">
                <a16:creationId xmlns:a16="http://schemas.microsoft.com/office/drawing/2014/main" id="{CC719F39-16A5-3C19-B965-07CED6E8C09B}"/>
              </a:ext>
            </a:extLst>
          </p:cNvPr>
          <p:cNvPicPr>
            <a:picLocks noRot="1" noChangeAspect="1"/>
          </p:cNvPicPr>
          <p:nvPr>
            <a:videoFile r:link="rId1"/>
          </p:nvPr>
        </p:nvPicPr>
        <p:blipFill>
          <a:blip r:embed="rId4"/>
          <a:stretch>
            <a:fillRect/>
          </a:stretch>
        </p:blipFill>
        <p:spPr>
          <a:xfrm>
            <a:off x="1473584" y="1359355"/>
            <a:ext cx="9244832" cy="52233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74022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6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DividendVTI">
  <a:themeElements>
    <a:clrScheme name="DividendVTI">
      <a:dk1>
        <a:sysClr val="windowText" lastClr="000000"/>
      </a:dk1>
      <a:lt1>
        <a:sysClr val="window" lastClr="FFFFFF"/>
      </a:lt1>
      <a:dk2>
        <a:srgbClr val="3D3D3D"/>
      </a:dk2>
      <a:lt2>
        <a:srgbClr val="EBEBEB"/>
      </a:lt2>
      <a:accent1>
        <a:srgbClr val="ED8428"/>
      </a:accent1>
      <a:accent2>
        <a:srgbClr val="E6C46D"/>
      </a:accent2>
      <a:accent3>
        <a:srgbClr val="537685"/>
      </a:accent3>
      <a:accent4>
        <a:srgbClr val="969FA7"/>
      </a:accent4>
      <a:accent5>
        <a:srgbClr val="A9C37C"/>
      </a:accent5>
      <a:accent6>
        <a:srgbClr val="5A8071"/>
      </a:accent6>
      <a:hlink>
        <a:srgbClr val="828282"/>
      </a:hlink>
      <a:folHlink>
        <a:srgbClr val="A5A5A5"/>
      </a:folHlink>
    </a:clrScheme>
    <a:fontScheme name="Dividend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VTI" id="{97558BDE-0B66-457C-BB6F-7B1B22DAA9B8}" vid="{F53508A3-AC60-448A-AF37-934D5F1A0D5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5A00B2AC-C335-4100-B8B3-2D9F49A72906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19D1F84C-D1FD-4B1B-9CFD-8E0D96AC4DF2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0037C456-A6DA-4DEE-A3FB-4EC3058FD08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{37F882C1-632F-48D9-9B4F-661FF75F07F7}TF44327b14-72fa-4a42-8e82-8afcf10927fa9096c001_win32-283260f3ca19</Template>
  <TotalTime>143</TotalTime>
  <Words>71</Words>
  <Application>Microsoft Office PowerPoint</Application>
  <PresentationFormat>Widescreen</PresentationFormat>
  <Paragraphs>15</Paragraphs>
  <Slides>6</Slides>
  <Notes>6</Notes>
  <HiddenSlides>0</HiddenSlides>
  <MMClips>5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7" baseType="lpstr">
      <vt:lpstr>DividendVTI</vt:lpstr>
      <vt:lpstr>Healthcare, security and technology</vt:lpstr>
      <vt:lpstr>PowerPoint Presentation</vt:lpstr>
      <vt:lpstr>PowerPoint Presentation</vt:lpstr>
      <vt:lpstr>Example of zKP with HER  What other applications can you imagine this would be valuable for?</vt:lpstr>
      <vt:lpstr>PowerPoint Presentation</vt:lpstr>
      <vt:lpstr>EHR Interoperability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Blake Benz</dc:creator>
  <cp:lastModifiedBy>Blake Benz</cp:lastModifiedBy>
  <cp:revision>6</cp:revision>
  <dcterms:created xsi:type="dcterms:W3CDTF">2025-08-13T14:35:00Z</dcterms:created>
  <dcterms:modified xsi:type="dcterms:W3CDTF">2025-08-13T23:30:01Z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